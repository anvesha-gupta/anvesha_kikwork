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8" r:id="rId3"/>
    <p:sldId id="269" r:id="rId4"/>
    <p:sldId id="259" r:id="rId5"/>
    <p:sldId id="262" r:id="rId6"/>
    <p:sldId id="265" r:id="rId7"/>
    <p:sldId id="263" r:id="rId8"/>
    <p:sldId id="266" r:id="rId9"/>
    <p:sldId id="268" r:id="rId10"/>
    <p:sldId id="267" r:id="rId11"/>
    <p:sldId id="25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B76524-B6E2-4129-B362-E13F4A7AB4FE}" v="1501" dt="2025-09-30T05:15:06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2DC58703-F900-BA33-B3E8-7A0A7A404393}"/>
    <pc:docChg chg="addSld delSld modSld sldOrd">
      <pc:chgData name="Guest User" userId="" providerId="Windows Live" clId="Web-{2DC58703-F900-BA33-B3E8-7A0A7A404393}" dt="2025-09-30T05:18:01.065" v="875"/>
      <pc:docMkLst>
        <pc:docMk/>
      </pc:docMkLst>
      <pc:sldChg chg="addSp modSp">
        <pc:chgData name="Guest User" userId="" providerId="Windows Live" clId="Web-{2DC58703-F900-BA33-B3E8-7A0A7A404393}" dt="2025-09-30T04:30:05.092" v="465" actId="20577"/>
        <pc:sldMkLst>
          <pc:docMk/>
          <pc:sldMk cId="793489928" sldId="259"/>
        </pc:sldMkLst>
        <pc:spChg chg="mod">
          <ac:chgData name="Guest User" userId="" providerId="Windows Live" clId="Web-{2DC58703-F900-BA33-B3E8-7A0A7A404393}" dt="2025-09-30T04:27:39.442" v="434" actId="14100"/>
          <ac:spMkLst>
            <pc:docMk/>
            <pc:sldMk cId="793489928" sldId="259"/>
            <ac:spMk id="3" creationId="{40437953-52FC-5C6E-1000-B1A9B2932924}"/>
          </ac:spMkLst>
        </pc:spChg>
        <pc:spChg chg="add mod">
          <ac:chgData name="Guest User" userId="" providerId="Windows Live" clId="Web-{2DC58703-F900-BA33-B3E8-7A0A7A404393}" dt="2025-09-30T04:30:05.092" v="465" actId="20577"/>
          <ac:spMkLst>
            <pc:docMk/>
            <pc:sldMk cId="793489928" sldId="259"/>
            <ac:spMk id="4" creationId="{6C9365EA-CF08-0057-B561-B7571B19BFE3}"/>
          </ac:spMkLst>
        </pc:spChg>
        <pc:picChg chg="mod">
          <ac:chgData name="Guest User" userId="" providerId="Windows Live" clId="Web-{2DC58703-F900-BA33-B3E8-7A0A7A404393}" dt="2025-09-30T04:28:42.853" v="442" actId="1076"/>
          <ac:picMkLst>
            <pc:docMk/>
            <pc:sldMk cId="793489928" sldId="259"/>
            <ac:picMk id="8" creationId="{5792A7C8-C489-DEF3-8995-CCE44C511B6D}"/>
          </ac:picMkLst>
        </pc:picChg>
      </pc:sldChg>
      <pc:sldChg chg="del">
        <pc:chgData name="Guest User" userId="" providerId="Windows Live" clId="Web-{2DC58703-F900-BA33-B3E8-7A0A7A404393}" dt="2025-09-30T05:17:59.299" v="874"/>
        <pc:sldMkLst>
          <pc:docMk/>
          <pc:sldMk cId="2562595346" sldId="260"/>
        </pc:sldMkLst>
      </pc:sldChg>
      <pc:sldChg chg="modSp del">
        <pc:chgData name="Guest User" userId="" providerId="Windows Live" clId="Web-{2DC58703-F900-BA33-B3E8-7A0A7A404393}" dt="2025-09-30T05:18:01.065" v="875"/>
        <pc:sldMkLst>
          <pc:docMk/>
          <pc:sldMk cId="1931162818" sldId="261"/>
        </pc:sldMkLst>
        <pc:graphicFrameChg chg="mod">
          <ac:chgData name="Guest User" userId="" providerId="Windows Live" clId="Web-{2DC58703-F900-BA33-B3E8-7A0A7A404393}" dt="2025-09-30T04:34:33.165" v="481" actId="1076"/>
          <ac:graphicFrameMkLst>
            <pc:docMk/>
            <pc:sldMk cId="1931162818" sldId="261"/>
            <ac:graphicFrameMk id="4" creationId="{EDE800F9-3FA7-F6CD-64EC-70F5DF661A37}"/>
          </ac:graphicFrameMkLst>
        </pc:graphicFrameChg>
      </pc:sldChg>
      <pc:sldChg chg="modSp">
        <pc:chgData name="Guest User" userId="" providerId="Windows Live" clId="Web-{2DC58703-F900-BA33-B3E8-7A0A7A404393}" dt="2025-09-30T04:30:24.062" v="467" actId="14100"/>
        <pc:sldMkLst>
          <pc:docMk/>
          <pc:sldMk cId="4039022444" sldId="262"/>
        </pc:sldMkLst>
        <pc:spChg chg="mod">
          <ac:chgData name="Guest User" userId="" providerId="Windows Live" clId="Web-{2DC58703-F900-BA33-B3E8-7A0A7A404393}" dt="2025-09-30T04:30:24.062" v="467" actId="14100"/>
          <ac:spMkLst>
            <pc:docMk/>
            <pc:sldMk cId="4039022444" sldId="262"/>
            <ac:spMk id="3" creationId="{624B0E78-04DA-8A5D-C5F1-38C9B917B37D}"/>
          </ac:spMkLst>
        </pc:spChg>
      </pc:sldChg>
      <pc:sldChg chg="addSp modSp">
        <pc:chgData name="Guest User" userId="" providerId="Windows Live" clId="Web-{2DC58703-F900-BA33-B3E8-7A0A7A404393}" dt="2025-09-29T18:20:38.869" v="3" actId="1076"/>
        <pc:sldMkLst>
          <pc:docMk/>
          <pc:sldMk cId="3926681690" sldId="265"/>
        </pc:sldMkLst>
        <pc:picChg chg="add mod">
          <ac:chgData name="Guest User" userId="" providerId="Windows Live" clId="Web-{2DC58703-F900-BA33-B3E8-7A0A7A404393}" dt="2025-09-29T18:20:38.869" v="3" actId="1076"/>
          <ac:picMkLst>
            <pc:docMk/>
            <pc:sldMk cId="3926681690" sldId="265"/>
            <ac:picMk id="4" creationId="{176AE66D-C589-45A7-3489-0FA17B8C9672}"/>
          </ac:picMkLst>
        </pc:picChg>
      </pc:sldChg>
      <pc:sldChg chg="addSp modSp">
        <pc:chgData name="Guest User" userId="" providerId="Windows Live" clId="Web-{2DC58703-F900-BA33-B3E8-7A0A7A404393}" dt="2025-09-30T04:22:05.334" v="398" actId="20577"/>
        <pc:sldMkLst>
          <pc:docMk/>
          <pc:sldMk cId="3160367382" sldId="266"/>
        </pc:sldMkLst>
        <pc:spChg chg="mod">
          <ac:chgData name="Guest User" userId="" providerId="Windows Live" clId="Web-{2DC58703-F900-BA33-B3E8-7A0A7A404393}" dt="2025-09-30T04:09:58.414" v="222" actId="20577"/>
          <ac:spMkLst>
            <pc:docMk/>
            <pc:sldMk cId="3160367382" sldId="266"/>
            <ac:spMk id="2" creationId="{223D7117-E883-8E87-ACC0-A7F60DCB8515}"/>
          </ac:spMkLst>
        </pc:spChg>
        <pc:spChg chg="mod">
          <ac:chgData name="Guest User" userId="" providerId="Windows Live" clId="Web-{2DC58703-F900-BA33-B3E8-7A0A7A404393}" dt="2025-09-30T04:22:05.334" v="398" actId="20577"/>
          <ac:spMkLst>
            <pc:docMk/>
            <pc:sldMk cId="3160367382" sldId="266"/>
            <ac:spMk id="3" creationId="{41EEA817-AA94-321E-7CA8-94AE63953438}"/>
          </ac:spMkLst>
        </pc:spChg>
        <pc:spChg chg="add mod">
          <ac:chgData name="Guest User" userId="" providerId="Windows Live" clId="Web-{2DC58703-F900-BA33-B3E8-7A0A7A404393}" dt="2025-09-30T04:21:27.036" v="394" actId="1076"/>
          <ac:spMkLst>
            <pc:docMk/>
            <pc:sldMk cId="3160367382" sldId="266"/>
            <ac:spMk id="5" creationId="{DA1F2152-D0BB-7258-B4DC-B0BB865ACB44}"/>
          </ac:spMkLst>
        </pc:spChg>
        <pc:picChg chg="add mod">
          <ac:chgData name="Guest User" userId="" providerId="Windows Live" clId="Web-{2DC58703-F900-BA33-B3E8-7A0A7A404393}" dt="2025-09-30T04:20:07.347" v="393" actId="14100"/>
          <ac:picMkLst>
            <pc:docMk/>
            <pc:sldMk cId="3160367382" sldId="266"/>
            <ac:picMk id="4" creationId="{F8288A23-D5BC-3854-DA57-128E5DC00EF4}"/>
          </ac:picMkLst>
        </pc:picChg>
      </pc:sldChg>
      <pc:sldChg chg="addSp modSp">
        <pc:chgData name="Guest User" userId="" providerId="Windows Live" clId="Web-{2DC58703-F900-BA33-B3E8-7A0A7A404393}" dt="2025-09-29T18:42:03.620" v="15" actId="1076"/>
        <pc:sldMkLst>
          <pc:docMk/>
          <pc:sldMk cId="1894343542" sldId="267"/>
        </pc:sldMkLst>
        <pc:spChg chg="mod">
          <ac:chgData name="Guest User" userId="" providerId="Windows Live" clId="Web-{2DC58703-F900-BA33-B3E8-7A0A7A404393}" dt="2025-09-29T18:42:03.620" v="15" actId="1076"/>
          <ac:spMkLst>
            <pc:docMk/>
            <pc:sldMk cId="1894343542" sldId="267"/>
            <ac:spMk id="3" creationId="{432C62A6-D292-2322-140C-2449C6111E70}"/>
          </ac:spMkLst>
        </pc:spChg>
        <pc:picChg chg="add mod">
          <ac:chgData name="Guest User" userId="" providerId="Windows Live" clId="Web-{2DC58703-F900-BA33-B3E8-7A0A7A404393}" dt="2025-09-29T18:41:41.337" v="10" actId="14100"/>
          <ac:picMkLst>
            <pc:docMk/>
            <pc:sldMk cId="1894343542" sldId="267"/>
            <ac:picMk id="4" creationId="{C7DA7FB0-0104-F793-D8B9-1F6F3559D28A}"/>
          </ac:picMkLst>
        </pc:picChg>
      </pc:sldChg>
      <pc:sldChg chg="modSp">
        <pc:chgData name="Guest User" userId="" providerId="Windows Live" clId="Web-{2DC58703-F900-BA33-B3E8-7A0A7A404393}" dt="2025-09-30T04:24:46.337" v="399" actId="1076"/>
        <pc:sldMkLst>
          <pc:docMk/>
          <pc:sldMk cId="2026473398" sldId="268"/>
        </pc:sldMkLst>
        <pc:spChg chg="mod">
          <ac:chgData name="Guest User" userId="" providerId="Windows Live" clId="Web-{2DC58703-F900-BA33-B3E8-7A0A7A404393}" dt="2025-09-30T04:24:46.337" v="399" actId="1076"/>
          <ac:spMkLst>
            <pc:docMk/>
            <pc:sldMk cId="2026473398" sldId="268"/>
            <ac:spMk id="8" creationId="{A80C0D34-1BD1-F60A-B24D-4D8F6F81E937}"/>
          </ac:spMkLst>
        </pc:spChg>
      </pc:sldChg>
      <pc:sldChg chg="addSp delSp modSp add ord replId">
        <pc:chgData name="Guest User" userId="" providerId="Windows Live" clId="Web-{2DC58703-F900-BA33-B3E8-7A0A7A404393}" dt="2025-09-30T05:17:45.471" v="873" actId="1076"/>
        <pc:sldMkLst>
          <pc:docMk/>
          <pc:sldMk cId="3476296823" sldId="269"/>
        </pc:sldMkLst>
        <pc:spChg chg="mod">
          <ac:chgData name="Guest User" userId="" providerId="Windows Live" clId="Web-{2DC58703-F900-BA33-B3E8-7A0A7A404393}" dt="2025-09-30T04:32:56.271" v="474" actId="20577"/>
          <ac:spMkLst>
            <pc:docMk/>
            <pc:sldMk cId="3476296823" sldId="269"/>
            <ac:spMk id="3" creationId="{AD3F54C0-0A55-C41C-C317-5562C0F9BF80}"/>
          </ac:spMkLst>
        </pc:spChg>
        <pc:spChg chg="add del mod">
          <ac:chgData name="Guest User" userId="" providerId="Windows Live" clId="Web-{2DC58703-F900-BA33-B3E8-7A0A7A404393}" dt="2025-09-30T04:58:45.639" v="776"/>
          <ac:spMkLst>
            <pc:docMk/>
            <pc:sldMk cId="3476296823" sldId="269"/>
            <ac:spMk id="15" creationId="{DC3E9998-FFF2-C435-3789-A304949572F8}"/>
          </ac:spMkLst>
        </pc:spChg>
        <pc:spChg chg="add mod">
          <ac:chgData name="Guest User" userId="" providerId="Windows Live" clId="Web-{2DC58703-F900-BA33-B3E8-7A0A7A404393}" dt="2025-09-30T05:08:37.401" v="812" actId="1076"/>
          <ac:spMkLst>
            <pc:docMk/>
            <pc:sldMk cId="3476296823" sldId="269"/>
            <ac:spMk id="16" creationId="{92C34234-2126-D483-1DE9-87A801923D48}"/>
          </ac:spMkLst>
        </pc:spChg>
        <pc:spChg chg="add mod">
          <ac:chgData name="Guest User" userId="" providerId="Windows Live" clId="Web-{2DC58703-F900-BA33-B3E8-7A0A7A404393}" dt="2025-09-30T05:15:34.214" v="863" actId="1076"/>
          <ac:spMkLst>
            <pc:docMk/>
            <pc:sldMk cId="3476296823" sldId="269"/>
            <ac:spMk id="17" creationId="{2D8A6966-7652-338D-BB89-F8590DD6764C}"/>
          </ac:spMkLst>
        </pc:spChg>
        <pc:spChg chg="add mod">
          <ac:chgData name="Guest User" userId="" providerId="Windows Live" clId="Web-{2DC58703-F900-BA33-B3E8-7A0A7A404393}" dt="2025-09-30T05:15:54.746" v="865" actId="1076"/>
          <ac:spMkLst>
            <pc:docMk/>
            <pc:sldMk cId="3476296823" sldId="269"/>
            <ac:spMk id="18" creationId="{2FC16EC9-53F4-808D-9D21-DF782BEE9E9D}"/>
          </ac:spMkLst>
        </pc:spChg>
        <pc:spChg chg="add mod">
          <ac:chgData name="Guest User" userId="" providerId="Windows Live" clId="Web-{2DC58703-F900-BA33-B3E8-7A0A7A404393}" dt="2025-09-30T04:56:53.527" v="763" actId="1076"/>
          <ac:spMkLst>
            <pc:docMk/>
            <pc:sldMk cId="3476296823" sldId="269"/>
            <ac:spMk id="19" creationId="{84B53990-CCA4-BAE7-5996-614FEDF510EB}"/>
          </ac:spMkLst>
        </pc:spChg>
        <pc:graphicFrameChg chg="add del mod modGraphic">
          <ac:chgData name="Guest User" userId="" providerId="Windows Live" clId="Web-{2DC58703-F900-BA33-B3E8-7A0A7A404393}" dt="2025-09-30T04:46:21.551" v="489"/>
          <ac:graphicFrameMkLst>
            <pc:docMk/>
            <pc:sldMk cId="3476296823" sldId="269"/>
            <ac:graphicFrameMk id="7" creationId="{E99E7EDD-F3FA-5204-1DF4-D291E3B50528}"/>
          </ac:graphicFrameMkLst>
        </pc:graphicFrameChg>
        <pc:picChg chg="add mod">
          <ac:chgData name="Guest User" userId="" providerId="Windows Live" clId="Web-{2DC58703-F900-BA33-B3E8-7A0A7A404393}" dt="2025-09-30T05:14:28.194" v="856" actId="1076"/>
          <ac:picMkLst>
            <pc:docMk/>
            <pc:sldMk cId="3476296823" sldId="269"/>
            <ac:picMk id="4" creationId="{E0FE8D75-7920-4F9B-91AB-B7A7706E957F}"/>
          </ac:picMkLst>
        </pc:picChg>
        <pc:picChg chg="del">
          <ac:chgData name="Guest User" userId="" providerId="Windows Live" clId="Web-{2DC58703-F900-BA33-B3E8-7A0A7A404393}" dt="2025-09-30T04:33:08.225" v="475"/>
          <ac:picMkLst>
            <pc:docMk/>
            <pc:sldMk cId="3476296823" sldId="269"/>
            <ac:picMk id="5" creationId="{3C00D8A3-DAF9-B446-15BE-9823A232722D}"/>
          </ac:picMkLst>
        </pc:picChg>
        <pc:picChg chg="add mod">
          <ac:chgData name="Guest User" userId="" providerId="Windows Live" clId="Web-{2DC58703-F900-BA33-B3E8-7A0A7A404393}" dt="2025-09-30T05:16:20.201" v="866" actId="1076"/>
          <ac:picMkLst>
            <pc:docMk/>
            <pc:sldMk cId="3476296823" sldId="269"/>
            <ac:picMk id="5" creationId="{D7AB418E-5A79-B815-3BBC-CEB35FBB7144}"/>
          </ac:picMkLst>
        </pc:picChg>
        <pc:picChg chg="add mod">
          <ac:chgData name="Guest User" userId="" providerId="Windows Live" clId="Web-{2DC58703-F900-BA33-B3E8-7A0A7A404393}" dt="2025-09-30T05:04:22.432" v="789" actId="1076"/>
          <ac:picMkLst>
            <pc:docMk/>
            <pc:sldMk cId="3476296823" sldId="269"/>
            <ac:picMk id="23" creationId="{DE263031-6607-3E5B-3D56-D3AFFC176930}"/>
          </ac:picMkLst>
        </pc:picChg>
        <pc:picChg chg="add del mod">
          <ac:chgData name="Guest User" userId="" providerId="Windows Live" clId="Web-{2DC58703-F900-BA33-B3E8-7A0A7A404393}" dt="2025-09-30T05:06:16.510" v="798"/>
          <ac:picMkLst>
            <pc:docMk/>
            <pc:sldMk cId="3476296823" sldId="269"/>
            <ac:picMk id="24" creationId="{D38FC68E-F084-68E1-56C4-E9A273252064}"/>
          </ac:picMkLst>
        </pc:picChg>
        <pc:picChg chg="add del mod">
          <ac:chgData name="Guest User" userId="" providerId="Windows Live" clId="Web-{2DC58703-F900-BA33-B3E8-7A0A7A404393}" dt="2025-09-30T05:07:33.807" v="805"/>
          <ac:picMkLst>
            <pc:docMk/>
            <pc:sldMk cId="3476296823" sldId="269"/>
            <ac:picMk id="25" creationId="{607CF555-6929-ED0D-E683-BC33E021118A}"/>
          </ac:picMkLst>
        </pc:picChg>
        <pc:picChg chg="add del mod">
          <ac:chgData name="Guest User" userId="" providerId="Windows Live" clId="Web-{2DC58703-F900-BA33-B3E8-7A0A7A404393}" dt="2025-09-30T05:07:41.744" v="807"/>
          <ac:picMkLst>
            <pc:docMk/>
            <pc:sldMk cId="3476296823" sldId="269"/>
            <ac:picMk id="26" creationId="{E7ABDA3F-B581-CEDD-9E80-2682BD9B31E7}"/>
          </ac:picMkLst>
        </pc:picChg>
        <pc:picChg chg="add del mod">
          <ac:chgData name="Guest User" userId="" providerId="Windows Live" clId="Web-{2DC58703-F900-BA33-B3E8-7A0A7A404393}" dt="2025-09-30T05:09:01.682" v="814"/>
          <ac:picMkLst>
            <pc:docMk/>
            <pc:sldMk cId="3476296823" sldId="269"/>
            <ac:picMk id="27" creationId="{899236C3-1FA5-09FC-8D7F-D4631C046B60}"/>
          </ac:picMkLst>
        </pc:picChg>
        <pc:picChg chg="add del mod">
          <ac:chgData name="Guest User" userId="" providerId="Windows Live" clId="Web-{2DC58703-F900-BA33-B3E8-7A0A7A404393}" dt="2025-09-30T05:10:46.777" v="825"/>
          <ac:picMkLst>
            <pc:docMk/>
            <pc:sldMk cId="3476296823" sldId="269"/>
            <ac:picMk id="28" creationId="{35CC0048-DCF5-F050-D902-20DF44A23078}"/>
          </ac:picMkLst>
        </pc:picChg>
        <pc:picChg chg="add del mod">
          <ac:chgData name="Guest User" userId="" providerId="Windows Live" clId="Web-{2DC58703-F900-BA33-B3E8-7A0A7A404393}" dt="2025-09-30T05:11:42.324" v="830"/>
          <ac:picMkLst>
            <pc:docMk/>
            <pc:sldMk cId="3476296823" sldId="269"/>
            <ac:picMk id="29" creationId="{3594A1AC-46FF-FADC-A37B-3CEE5136CE6E}"/>
          </ac:picMkLst>
        </pc:picChg>
        <pc:picChg chg="add del mod">
          <ac:chgData name="Guest User" userId="" providerId="Windows Live" clId="Web-{2DC58703-F900-BA33-B3E8-7A0A7A404393}" dt="2025-09-30T05:12:49.184" v="840"/>
          <ac:picMkLst>
            <pc:docMk/>
            <pc:sldMk cId="3476296823" sldId="269"/>
            <ac:picMk id="30" creationId="{FDAF94DB-1B1F-7286-3A30-401FCE733F68}"/>
          </ac:picMkLst>
        </pc:picChg>
        <pc:picChg chg="add del mod">
          <ac:chgData name="Guest User" userId="" providerId="Windows Live" clId="Web-{2DC58703-F900-BA33-B3E8-7A0A7A404393}" dt="2025-09-30T05:13:11.857" v="848"/>
          <ac:picMkLst>
            <pc:docMk/>
            <pc:sldMk cId="3476296823" sldId="269"/>
            <ac:picMk id="31" creationId="{6B885727-B273-07D6-E0CD-A2A3E77EC0AC}"/>
          </ac:picMkLst>
        </pc:picChg>
        <pc:picChg chg="add mod">
          <ac:chgData name="Guest User" userId="" providerId="Windows Live" clId="Web-{2DC58703-F900-BA33-B3E8-7A0A7A404393}" dt="2025-09-30T05:13:33.185" v="852" actId="1076"/>
          <ac:picMkLst>
            <pc:docMk/>
            <pc:sldMk cId="3476296823" sldId="269"/>
            <ac:picMk id="32" creationId="{6D816BA8-1A0D-1BDC-570B-1CBAE707FDE3}"/>
          </ac:picMkLst>
        </pc:picChg>
        <pc:cxnChg chg="add del mod">
          <ac:chgData name="Guest User" userId="" providerId="Windows Live" clId="Web-{2DC58703-F900-BA33-B3E8-7A0A7A404393}" dt="2025-09-30T04:33:40.320" v="478"/>
          <ac:cxnSpMkLst>
            <pc:docMk/>
            <pc:sldMk cId="3476296823" sldId="269"/>
            <ac:cxnSpMk id="4" creationId="{DE2F1B3D-CEBD-3CFF-9263-F674CA4D37A6}"/>
          </ac:cxnSpMkLst>
        </pc:cxnChg>
        <pc:cxnChg chg="add mod">
          <ac:chgData name="Guest User" userId="" providerId="Windows Live" clId="Web-{2DC58703-F900-BA33-B3E8-7A0A7A404393}" dt="2025-09-30T05:17:45.471" v="873" actId="1076"/>
          <ac:cxnSpMkLst>
            <pc:docMk/>
            <pc:sldMk cId="3476296823" sldId="269"/>
            <ac:cxnSpMk id="6" creationId="{C50E0713-6881-9F80-AE2C-9AA0597BE7DC}"/>
          </ac:cxnSpMkLst>
        </pc:cxnChg>
        <pc:cxnChg chg="add mod">
          <ac:chgData name="Guest User" userId="" providerId="Windows Live" clId="Web-{2DC58703-F900-BA33-B3E8-7A0A7A404393}" dt="2025-09-30T04:57:48.638" v="768" actId="1076"/>
          <ac:cxnSpMkLst>
            <pc:docMk/>
            <pc:sldMk cId="3476296823" sldId="269"/>
            <ac:cxnSpMk id="20" creationId="{8C5929E6-C284-5B53-840A-85A74D0B53C1}"/>
          </ac:cxnSpMkLst>
        </pc:cxnChg>
        <pc:cxnChg chg="add mod">
          <ac:chgData name="Guest User" userId="" providerId="Windows Live" clId="Web-{2DC58703-F900-BA33-B3E8-7A0A7A404393}" dt="2025-09-30T04:58:03.076" v="770" actId="1076"/>
          <ac:cxnSpMkLst>
            <pc:docMk/>
            <pc:sldMk cId="3476296823" sldId="269"/>
            <ac:cxnSpMk id="21" creationId="{5E1D2EBD-5C90-5BFF-7343-58FF0482D2F9}"/>
          </ac:cxnSpMkLst>
        </pc:cxnChg>
        <pc:cxnChg chg="add mod">
          <ac:chgData name="Guest User" userId="" providerId="Windows Live" clId="Web-{2DC58703-F900-BA33-B3E8-7A0A7A404393}" dt="2025-09-30T05:17:18.751" v="872" actId="1076"/>
          <ac:cxnSpMkLst>
            <pc:docMk/>
            <pc:sldMk cId="3476296823" sldId="269"/>
            <ac:cxnSpMk id="22" creationId="{49CDF3AA-DCCD-F172-0E44-D5EE6C475ADF}"/>
          </ac:cxnSpMkLst>
        </pc:cxnChg>
      </pc:sldChg>
    </pc:docChg>
  </pc:docChgLst>
  <pc:docChgLst>
    <pc:chgData name="Anvesha Gupta" userId="74212789306291ca" providerId="LiveId" clId="{6D403744-32D5-4774-B3B3-4019D1B6449B}"/>
    <pc:docChg chg="undo custSel addSld delSld modSld sldOrd modMainMaster">
      <pc:chgData name="Anvesha Gupta" userId="74212789306291ca" providerId="LiveId" clId="{6D403744-32D5-4774-B3B3-4019D1B6449B}" dt="2025-10-01T18:15:37.157" v="8527" actId="14100"/>
      <pc:docMkLst>
        <pc:docMk/>
      </pc:docMkLst>
      <pc:sldChg chg="modSp mod">
        <pc:chgData name="Anvesha Gupta" userId="74212789306291ca" providerId="LiveId" clId="{6D403744-32D5-4774-B3B3-4019D1B6449B}" dt="2025-09-29T14:34:07.436" v="5258"/>
        <pc:sldMkLst>
          <pc:docMk/>
          <pc:sldMk cId="1265952017" sldId="256"/>
        </pc:sldMkLst>
        <pc:spChg chg="mod">
          <ac:chgData name="Anvesha Gupta" userId="74212789306291ca" providerId="LiveId" clId="{6D403744-32D5-4774-B3B3-4019D1B6449B}" dt="2025-09-29T14:34:07.436" v="5258"/>
          <ac:spMkLst>
            <pc:docMk/>
            <pc:sldMk cId="1265952017" sldId="256"/>
            <ac:spMk id="2" creationId="{700772CC-DF7D-FF1F-3940-7C44D6D9D012}"/>
          </ac:spMkLst>
        </pc:spChg>
        <pc:spChg chg="mod">
          <ac:chgData name="Anvesha Gupta" userId="74212789306291ca" providerId="LiveId" clId="{6D403744-32D5-4774-B3B3-4019D1B6449B}" dt="2025-09-29T14:34:07.436" v="5258"/>
          <ac:spMkLst>
            <pc:docMk/>
            <pc:sldMk cId="1265952017" sldId="256"/>
            <ac:spMk id="3" creationId="{2A3D44D6-323C-2560-6975-4C862066F132}"/>
          </ac:spMkLst>
        </pc:spChg>
      </pc:sldChg>
      <pc:sldChg chg="addSp delSp modSp mod">
        <pc:chgData name="Anvesha Gupta" userId="74212789306291ca" providerId="LiveId" clId="{6D403744-32D5-4774-B3B3-4019D1B6449B}" dt="2025-09-29T17:58:24.175" v="6639"/>
        <pc:sldMkLst>
          <pc:docMk/>
          <pc:sldMk cId="2030678577" sldId="257"/>
        </pc:sldMkLst>
        <pc:picChg chg="add mod">
          <ac:chgData name="Anvesha Gupta" userId="74212789306291ca" providerId="LiveId" clId="{6D403744-32D5-4774-B3B3-4019D1B6449B}" dt="2025-09-29T17:58:02.146" v="6633" actId="1076"/>
          <ac:picMkLst>
            <pc:docMk/>
            <pc:sldMk cId="2030678577" sldId="257"/>
            <ac:picMk id="5" creationId="{D882E98E-D409-5A0D-2B0F-83F09215244B}"/>
          </ac:picMkLst>
        </pc:picChg>
      </pc:sldChg>
      <pc:sldChg chg="modSp mod">
        <pc:chgData name="Anvesha Gupta" userId="74212789306291ca" providerId="LiveId" clId="{6D403744-32D5-4774-B3B3-4019D1B6449B}" dt="2025-09-29T18:57:38.292" v="8339" actId="115"/>
        <pc:sldMkLst>
          <pc:docMk/>
          <pc:sldMk cId="536916602" sldId="258"/>
        </pc:sldMkLst>
        <pc:spChg chg="mod">
          <ac:chgData name="Anvesha Gupta" userId="74212789306291ca" providerId="LiveId" clId="{6D403744-32D5-4774-B3B3-4019D1B6449B}" dt="2025-09-29T18:57:38.292" v="8339" actId="115"/>
          <ac:spMkLst>
            <pc:docMk/>
            <pc:sldMk cId="536916602" sldId="258"/>
            <ac:spMk id="2" creationId="{A834EE51-8F1C-DD94-F706-F36F55FD80CC}"/>
          </ac:spMkLst>
        </pc:spChg>
        <pc:spChg chg="mod">
          <ac:chgData name="Anvesha Gupta" userId="74212789306291ca" providerId="LiveId" clId="{6D403744-32D5-4774-B3B3-4019D1B6449B}" dt="2025-09-29T17:14:27.587" v="5301" actId="20577"/>
          <ac:spMkLst>
            <pc:docMk/>
            <pc:sldMk cId="536916602" sldId="258"/>
            <ac:spMk id="3" creationId="{67A0F525-633B-B1C2-FCF0-8811148D0CFA}"/>
          </ac:spMkLst>
        </pc:spChg>
      </pc:sldChg>
      <pc:sldChg chg="addSp modSp mod">
        <pc:chgData name="Anvesha Gupta" userId="74212789306291ca" providerId="LiveId" clId="{6D403744-32D5-4774-B3B3-4019D1B6449B}" dt="2025-10-01T18:08:33.289" v="8475" actId="20577"/>
        <pc:sldMkLst>
          <pc:docMk/>
          <pc:sldMk cId="793489928" sldId="259"/>
        </pc:sldMkLst>
        <pc:spChg chg="mod">
          <ac:chgData name="Anvesha Gupta" userId="74212789306291ca" providerId="LiveId" clId="{6D403744-32D5-4774-B3B3-4019D1B6449B}" dt="2025-09-29T18:58:47.231" v="8397" actId="115"/>
          <ac:spMkLst>
            <pc:docMk/>
            <pc:sldMk cId="793489928" sldId="259"/>
            <ac:spMk id="2" creationId="{F23FAAF9-C379-6FD5-2C86-54CA2FB41CC0}"/>
          </ac:spMkLst>
        </pc:spChg>
        <pc:spChg chg="mod">
          <ac:chgData name="Anvesha Gupta" userId="74212789306291ca" providerId="LiveId" clId="{6D403744-32D5-4774-B3B3-4019D1B6449B}" dt="2025-09-29T17:16:40.459" v="5555" actId="20577"/>
          <ac:spMkLst>
            <pc:docMk/>
            <pc:sldMk cId="793489928" sldId="259"/>
            <ac:spMk id="3" creationId="{40437953-52FC-5C6E-1000-B1A9B2932924}"/>
          </ac:spMkLst>
        </pc:spChg>
        <pc:spChg chg="mod">
          <ac:chgData name="Anvesha Gupta" userId="74212789306291ca" providerId="LiveId" clId="{6D403744-32D5-4774-B3B3-4019D1B6449B}" dt="2025-10-01T18:08:33.289" v="8475" actId="20577"/>
          <ac:spMkLst>
            <pc:docMk/>
            <pc:sldMk cId="793489928" sldId="259"/>
            <ac:spMk id="4" creationId="{6C9365EA-CF08-0057-B561-B7571B19BFE3}"/>
          </ac:spMkLst>
        </pc:spChg>
        <pc:spChg chg="add mod">
          <ac:chgData name="Anvesha Gupta" userId="74212789306291ca" providerId="LiveId" clId="{6D403744-32D5-4774-B3B3-4019D1B6449B}" dt="2025-09-29T04:23:38.276" v="1000" actId="14100"/>
          <ac:spMkLst>
            <pc:docMk/>
            <pc:sldMk cId="793489928" sldId="259"/>
            <ac:spMk id="9" creationId="{F08FE992-C4C3-FB11-8CB6-C5620CDD6A50}"/>
          </ac:spMkLst>
        </pc:spChg>
        <pc:picChg chg="add mod">
          <ac:chgData name="Anvesha Gupta" userId="74212789306291ca" providerId="LiveId" clId="{6D403744-32D5-4774-B3B3-4019D1B6449B}" dt="2025-09-30T04:59:25.628" v="8439" actId="1076"/>
          <ac:picMkLst>
            <pc:docMk/>
            <pc:sldMk cId="793489928" sldId="259"/>
            <ac:picMk id="8" creationId="{5792A7C8-C489-DEF3-8995-CCE44C511B6D}"/>
          </ac:picMkLst>
        </pc:picChg>
      </pc:sldChg>
      <pc:sldChg chg="modSp new del mod">
        <pc:chgData name="Anvesha Gupta" userId="74212789306291ca" providerId="LiveId" clId="{6D403744-32D5-4774-B3B3-4019D1B6449B}" dt="2025-09-29T04:20:32.922" v="915" actId="680"/>
        <pc:sldMkLst>
          <pc:docMk/>
          <pc:sldMk cId="1441339697" sldId="260"/>
        </pc:sldMkLst>
      </pc:sldChg>
      <pc:sldChg chg="addSp delSp modSp new mod">
        <pc:chgData name="Anvesha Gupta" userId="74212789306291ca" providerId="LiveId" clId="{6D403744-32D5-4774-B3B3-4019D1B6449B}" dt="2025-09-29T18:58:26.600" v="8364" actId="1076"/>
        <pc:sldMkLst>
          <pc:docMk/>
          <pc:sldMk cId="2562595346" sldId="260"/>
        </pc:sldMkLst>
      </pc:sldChg>
      <pc:sldChg chg="addSp delSp modSp new mod modClrScheme chgLayout">
        <pc:chgData name="Anvesha Gupta" userId="74212789306291ca" providerId="LiveId" clId="{6D403744-32D5-4774-B3B3-4019D1B6449B}" dt="2025-09-29T18:58:33.441" v="8365" actId="115"/>
        <pc:sldMkLst>
          <pc:docMk/>
          <pc:sldMk cId="1931162818" sldId="261"/>
        </pc:sldMkLst>
      </pc:sldChg>
      <pc:sldChg chg="modSp new mod ord">
        <pc:chgData name="Anvesha Gupta" userId="74212789306291ca" providerId="LiveId" clId="{6D403744-32D5-4774-B3B3-4019D1B6449B}" dt="2025-09-29T18:58:55.327" v="8398" actId="115"/>
        <pc:sldMkLst>
          <pc:docMk/>
          <pc:sldMk cId="4039022444" sldId="262"/>
        </pc:sldMkLst>
        <pc:spChg chg="mod">
          <ac:chgData name="Anvesha Gupta" userId="74212789306291ca" providerId="LiveId" clId="{6D403744-32D5-4774-B3B3-4019D1B6449B}" dt="2025-09-29T18:58:55.327" v="8398" actId="115"/>
          <ac:spMkLst>
            <pc:docMk/>
            <pc:sldMk cId="4039022444" sldId="262"/>
            <ac:spMk id="2" creationId="{F2A18CEE-C44D-60E5-B5CA-9B88A79601D8}"/>
          </ac:spMkLst>
        </pc:spChg>
        <pc:spChg chg="mod">
          <ac:chgData name="Anvesha Gupta" userId="74212789306291ca" providerId="LiveId" clId="{6D403744-32D5-4774-B3B3-4019D1B6449B}" dt="2025-09-29T18:25:50.485" v="7336" actId="33524"/>
          <ac:spMkLst>
            <pc:docMk/>
            <pc:sldMk cId="4039022444" sldId="262"/>
            <ac:spMk id="3" creationId="{624B0E78-04DA-8A5D-C5F1-38C9B917B37D}"/>
          </ac:spMkLst>
        </pc:spChg>
      </pc:sldChg>
      <pc:sldChg chg="modSp new mod">
        <pc:chgData name="Anvesha Gupta" userId="74212789306291ca" providerId="LiveId" clId="{6D403744-32D5-4774-B3B3-4019D1B6449B}" dt="2025-09-29T18:59:02.059" v="8399" actId="115"/>
        <pc:sldMkLst>
          <pc:docMk/>
          <pc:sldMk cId="2322086565" sldId="263"/>
        </pc:sldMkLst>
        <pc:spChg chg="mod">
          <ac:chgData name="Anvesha Gupta" userId="74212789306291ca" providerId="LiveId" clId="{6D403744-32D5-4774-B3B3-4019D1B6449B}" dt="2025-09-29T18:59:02.059" v="8399" actId="115"/>
          <ac:spMkLst>
            <pc:docMk/>
            <pc:sldMk cId="2322086565" sldId="263"/>
            <ac:spMk id="2" creationId="{2CCAC4B6-A123-7138-6C07-A5E6892A02F6}"/>
          </ac:spMkLst>
        </pc:spChg>
        <pc:spChg chg="mod">
          <ac:chgData name="Anvesha Gupta" userId="74212789306291ca" providerId="LiveId" clId="{6D403744-32D5-4774-B3B3-4019D1B6449B}" dt="2025-09-29T17:20:14.688" v="5584" actId="20577"/>
          <ac:spMkLst>
            <pc:docMk/>
            <pc:sldMk cId="2322086565" sldId="263"/>
            <ac:spMk id="3" creationId="{7535EB7A-12A1-3782-9303-E055D56ED98C}"/>
          </ac:spMkLst>
        </pc:spChg>
      </pc:sldChg>
      <pc:sldChg chg="modSp new del mod">
        <pc:chgData name="Anvesha Gupta" userId="74212789306291ca" providerId="LiveId" clId="{6D403744-32D5-4774-B3B3-4019D1B6449B}" dt="2025-09-29T17:58:59.657" v="6645" actId="2696"/>
        <pc:sldMkLst>
          <pc:docMk/>
          <pc:sldMk cId="508930492" sldId="264"/>
        </pc:sldMkLst>
      </pc:sldChg>
      <pc:sldChg chg="modSp new mod ord">
        <pc:chgData name="Anvesha Gupta" userId="74212789306291ca" providerId="LiveId" clId="{6D403744-32D5-4774-B3B3-4019D1B6449B}" dt="2025-10-01T18:10:36.968" v="8522" actId="6549"/>
        <pc:sldMkLst>
          <pc:docMk/>
          <pc:sldMk cId="3926681690" sldId="265"/>
        </pc:sldMkLst>
        <pc:spChg chg="mod">
          <ac:chgData name="Anvesha Gupta" userId="74212789306291ca" providerId="LiveId" clId="{6D403744-32D5-4774-B3B3-4019D1B6449B}" dt="2025-09-29T18:23:46.480" v="7142" actId="255"/>
          <ac:spMkLst>
            <pc:docMk/>
            <pc:sldMk cId="3926681690" sldId="265"/>
            <ac:spMk id="2" creationId="{18CCC250-76E2-51B2-B245-8B4F35232943}"/>
          </ac:spMkLst>
        </pc:spChg>
        <pc:spChg chg="mod">
          <ac:chgData name="Anvesha Gupta" userId="74212789306291ca" providerId="LiveId" clId="{6D403744-32D5-4774-B3B3-4019D1B6449B}" dt="2025-10-01T18:10:36.968" v="8522" actId="6549"/>
          <ac:spMkLst>
            <pc:docMk/>
            <pc:sldMk cId="3926681690" sldId="265"/>
            <ac:spMk id="3" creationId="{A99D8AAE-5691-5ACC-BCEC-1189482F8674}"/>
          </ac:spMkLst>
        </pc:spChg>
        <pc:picChg chg="mod">
          <ac:chgData name="Anvesha Gupta" userId="74212789306291ca" providerId="LiveId" clId="{6D403744-32D5-4774-B3B3-4019D1B6449B}" dt="2025-09-29T18:24:01.791" v="7145" actId="1076"/>
          <ac:picMkLst>
            <pc:docMk/>
            <pc:sldMk cId="3926681690" sldId="265"/>
            <ac:picMk id="4" creationId="{176AE66D-C589-45A7-3489-0FA17B8C9672}"/>
          </ac:picMkLst>
        </pc:picChg>
      </pc:sldChg>
      <pc:sldChg chg="modSp new mod">
        <pc:chgData name="Anvesha Gupta" userId="74212789306291ca" providerId="LiveId" clId="{6D403744-32D5-4774-B3B3-4019D1B6449B}" dt="2025-09-30T05:07:03.478" v="8446" actId="113"/>
        <pc:sldMkLst>
          <pc:docMk/>
          <pc:sldMk cId="3160367382" sldId="266"/>
        </pc:sldMkLst>
        <pc:spChg chg="mod">
          <ac:chgData name="Anvesha Gupta" userId="74212789306291ca" providerId="LiveId" clId="{6D403744-32D5-4774-B3B3-4019D1B6449B}" dt="2025-09-29T18:59:08.702" v="8400" actId="115"/>
          <ac:spMkLst>
            <pc:docMk/>
            <pc:sldMk cId="3160367382" sldId="266"/>
            <ac:spMk id="2" creationId="{223D7117-E883-8E87-ACC0-A7F60DCB8515}"/>
          </ac:spMkLst>
        </pc:spChg>
        <pc:spChg chg="mod">
          <ac:chgData name="Anvesha Gupta" userId="74212789306291ca" providerId="LiveId" clId="{6D403744-32D5-4774-B3B3-4019D1B6449B}" dt="2025-09-30T05:07:03.478" v="8446" actId="113"/>
          <ac:spMkLst>
            <pc:docMk/>
            <pc:sldMk cId="3160367382" sldId="266"/>
            <ac:spMk id="3" creationId="{41EEA817-AA94-321E-7CA8-94AE63953438}"/>
          </ac:spMkLst>
        </pc:spChg>
      </pc:sldChg>
      <pc:sldChg chg="addSp modSp new mod">
        <pc:chgData name="Anvesha Gupta" userId="74212789306291ca" providerId="LiveId" clId="{6D403744-32D5-4774-B3B3-4019D1B6449B}" dt="2025-09-29T18:56:32.066" v="8338" actId="14100"/>
        <pc:sldMkLst>
          <pc:docMk/>
          <pc:sldMk cId="1894343542" sldId="267"/>
        </pc:sldMkLst>
        <pc:spChg chg="mod">
          <ac:chgData name="Anvesha Gupta" userId="74212789306291ca" providerId="LiveId" clId="{6D403744-32D5-4774-B3B3-4019D1B6449B}" dt="2025-09-29T18:55:53.655" v="8333" actId="115"/>
          <ac:spMkLst>
            <pc:docMk/>
            <pc:sldMk cId="1894343542" sldId="267"/>
            <ac:spMk id="2" creationId="{25B73F32-B921-90F7-7DE8-1A3B50DEF967}"/>
          </ac:spMkLst>
        </pc:spChg>
        <pc:spChg chg="mod">
          <ac:chgData name="Anvesha Gupta" userId="74212789306291ca" providerId="LiveId" clId="{6D403744-32D5-4774-B3B3-4019D1B6449B}" dt="2025-09-29T18:56:32.066" v="8338" actId="14100"/>
          <ac:spMkLst>
            <pc:docMk/>
            <pc:sldMk cId="1894343542" sldId="267"/>
            <ac:spMk id="3" creationId="{432C62A6-D292-2322-140C-2449C6111E70}"/>
          </ac:spMkLst>
        </pc:spChg>
        <pc:spChg chg="add mod">
          <ac:chgData name="Anvesha Gupta" userId="74212789306291ca" providerId="LiveId" clId="{6D403744-32D5-4774-B3B3-4019D1B6449B}" dt="2025-09-29T18:55:42.570" v="8332" actId="1076"/>
          <ac:spMkLst>
            <pc:docMk/>
            <pc:sldMk cId="1894343542" sldId="267"/>
            <ac:spMk id="5" creationId="{BC6A79F7-A76F-3137-B862-866B6A255A04}"/>
          </ac:spMkLst>
        </pc:spChg>
        <pc:spChg chg="add mod">
          <ac:chgData name="Anvesha Gupta" userId="74212789306291ca" providerId="LiveId" clId="{6D403744-32D5-4774-B3B3-4019D1B6449B}" dt="2025-09-29T18:55:35.953" v="8331" actId="14100"/>
          <ac:spMkLst>
            <pc:docMk/>
            <pc:sldMk cId="1894343542" sldId="267"/>
            <ac:spMk id="6" creationId="{E1B565C9-85DC-4A8E-389E-2C558E8FA564}"/>
          </ac:spMkLst>
        </pc:spChg>
        <pc:picChg chg="mod">
          <ac:chgData name="Anvesha Gupta" userId="74212789306291ca" providerId="LiveId" clId="{6D403744-32D5-4774-B3B3-4019D1B6449B}" dt="2025-09-29T18:55:58.252" v="8334" actId="14100"/>
          <ac:picMkLst>
            <pc:docMk/>
            <pc:sldMk cId="1894343542" sldId="267"/>
            <ac:picMk id="4" creationId="{C7DA7FB0-0104-F793-D8B9-1F6F3559D28A}"/>
          </ac:picMkLst>
        </pc:picChg>
      </pc:sldChg>
      <pc:sldChg chg="addSp delSp modSp new mod ord">
        <pc:chgData name="Anvesha Gupta" userId="74212789306291ca" providerId="LiveId" clId="{6D403744-32D5-4774-B3B3-4019D1B6449B}" dt="2025-10-01T18:15:37.157" v="8527" actId="14100"/>
        <pc:sldMkLst>
          <pc:docMk/>
          <pc:sldMk cId="2026473398" sldId="268"/>
        </pc:sldMkLst>
        <pc:spChg chg="mod">
          <ac:chgData name="Anvesha Gupta" userId="74212789306291ca" providerId="LiveId" clId="{6D403744-32D5-4774-B3B3-4019D1B6449B}" dt="2025-09-29T17:33:52.010" v="5705" actId="115"/>
          <ac:spMkLst>
            <pc:docMk/>
            <pc:sldMk cId="2026473398" sldId="268"/>
            <ac:spMk id="2" creationId="{118B4585-E53F-C210-184B-E0DE902B7DC0}"/>
          </ac:spMkLst>
        </pc:spChg>
        <pc:spChg chg="add mod">
          <ac:chgData name="Anvesha Gupta" userId="74212789306291ca" providerId="LiveId" clId="{6D403744-32D5-4774-B3B3-4019D1B6449B}" dt="2025-09-29T17:35:35.374" v="5715" actId="1076"/>
          <ac:spMkLst>
            <pc:docMk/>
            <pc:sldMk cId="2026473398" sldId="268"/>
            <ac:spMk id="8" creationId="{A80C0D34-1BD1-F60A-B24D-4D8F6F81E937}"/>
          </ac:spMkLst>
        </pc:spChg>
        <pc:spChg chg="add mod">
          <ac:chgData name="Anvesha Gupta" userId="74212789306291ca" providerId="LiveId" clId="{6D403744-32D5-4774-B3B3-4019D1B6449B}" dt="2025-09-29T17:36:00.765" v="5720" actId="1076"/>
          <ac:spMkLst>
            <pc:docMk/>
            <pc:sldMk cId="2026473398" sldId="268"/>
            <ac:spMk id="9" creationId="{61D929ED-F327-3FC8-F556-4328FC1F3F8E}"/>
          </ac:spMkLst>
        </pc:spChg>
        <pc:spChg chg="add mod">
          <ac:chgData name="Anvesha Gupta" userId="74212789306291ca" providerId="LiveId" clId="{6D403744-32D5-4774-B3B3-4019D1B6449B}" dt="2025-09-29T17:46:36.498" v="6150" actId="1076"/>
          <ac:spMkLst>
            <pc:docMk/>
            <pc:sldMk cId="2026473398" sldId="268"/>
            <ac:spMk id="10" creationId="{4F6070C5-769E-813C-11F6-78111015FBB2}"/>
          </ac:spMkLst>
        </pc:spChg>
        <pc:spChg chg="add mod">
          <ac:chgData name="Anvesha Gupta" userId="74212789306291ca" providerId="LiveId" clId="{6D403744-32D5-4774-B3B3-4019D1B6449B}" dt="2025-09-29T17:49:01.185" v="6471" actId="20577"/>
          <ac:spMkLst>
            <pc:docMk/>
            <pc:sldMk cId="2026473398" sldId="268"/>
            <ac:spMk id="43" creationId="{F5FD58F9-B23F-1FAE-02BB-4020864F2EA7}"/>
          </ac:spMkLst>
        </pc:spChg>
        <pc:spChg chg="add mod">
          <ac:chgData name="Anvesha Gupta" userId="74212789306291ca" providerId="LiveId" clId="{6D403744-32D5-4774-B3B3-4019D1B6449B}" dt="2025-09-29T17:51:14.539" v="6622" actId="20577"/>
          <ac:spMkLst>
            <pc:docMk/>
            <pc:sldMk cId="2026473398" sldId="268"/>
            <ac:spMk id="44" creationId="{30EA5190-B507-2EC7-E6EB-C48C0081ADFA}"/>
          </ac:spMkLst>
        </pc:spChg>
        <pc:graphicFrameChg chg="add mod">
          <ac:chgData name="Anvesha Gupta" userId="74212789306291ca" providerId="LiveId" clId="{6D403744-32D5-4774-B3B3-4019D1B6449B}" dt="2025-09-29T17:34:44.176" v="5708" actId="1076"/>
          <ac:graphicFrameMkLst>
            <pc:docMk/>
            <pc:sldMk cId="2026473398" sldId="268"/>
            <ac:graphicFrameMk id="6" creationId="{E57C16AE-B134-5616-BD6A-F6B6EF1A21F7}"/>
          </ac:graphicFrameMkLst>
        </pc:graphicFrameChg>
        <pc:inkChg chg="add">
          <ac:chgData name="Anvesha Gupta" userId="74212789306291ca" providerId="LiveId" clId="{6D403744-32D5-4774-B3B3-4019D1B6449B}" dt="2025-09-29T17:40:05.672" v="5834" actId="9405"/>
          <ac:inkMkLst>
            <pc:docMk/>
            <pc:sldMk cId="2026473398" sldId="268"/>
            <ac:inkMk id="22" creationId="{6E5CF36D-DAF1-FCD4-4E7E-DD5F8AD9060C}"/>
          </ac:inkMkLst>
        </pc:inkChg>
        <pc:inkChg chg="add">
          <ac:chgData name="Anvesha Gupta" userId="74212789306291ca" providerId="LiveId" clId="{6D403744-32D5-4774-B3B3-4019D1B6449B}" dt="2025-09-29T17:40:12.920" v="5835" actId="9405"/>
          <ac:inkMkLst>
            <pc:docMk/>
            <pc:sldMk cId="2026473398" sldId="268"/>
            <ac:inkMk id="23" creationId="{37A9A2E5-D952-C86B-7663-B4C1E36F0588}"/>
          </ac:inkMkLst>
        </pc:inkChg>
        <pc:inkChg chg="add">
          <ac:chgData name="Anvesha Gupta" userId="74212789306291ca" providerId="LiveId" clId="{6D403744-32D5-4774-B3B3-4019D1B6449B}" dt="2025-09-29T17:40:18.578" v="5836" actId="9405"/>
          <ac:inkMkLst>
            <pc:docMk/>
            <pc:sldMk cId="2026473398" sldId="268"/>
            <ac:inkMk id="24" creationId="{9D5DDE33-4551-66E9-0020-04458B561F03}"/>
          </ac:inkMkLst>
        </pc:inkChg>
        <pc:inkChg chg="add">
          <ac:chgData name="Anvesha Gupta" userId="74212789306291ca" providerId="LiveId" clId="{6D403744-32D5-4774-B3B3-4019D1B6449B}" dt="2025-09-29T17:40:21.070" v="5837" actId="9405"/>
          <ac:inkMkLst>
            <pc:docMk/>
            <pc:sldMk cId="2026473398" sldId="268"/>
            <ac:inkMk id="25" creationId="{D8F9092C-C728-6FA0-391F-092E5303EA9C}"/>
          </ac:inkMkLst>
        </pc:inkChg>
        <pc:inkChg chg="add">
          <ac:chgData name="Anvesha Gupta" userId="74212789306291ca" providerId="LiveId" clId="{6D403744-32D5-4774-B3B3-4019D1B6449B}" dt="2025-09-29T17:40:24.919" v="5838" actId="9405"/>
          <ac:inkMkLst>
            <pc:docMk/>
            <pc:sldMk cId="2026473398" sldId="268"/>
            <ac:inkMk id="26" creationId="{F80F4AE9-2311-8A9B-9EB7-863B403A26D3}"/>
          </ac:inkMkLst>
        </pc:inkChg>
        <pc:inkChg chg="add">
          <ac:chgData name="Anvesha Gupta" userId="74212789306291ca" providerId="LiveId" clId="{6D403744-32D5-4774-B3B3-4019D1B6449B}" dt="2025-09-29T17:40:28.309" v="5839" actId="9405"/>
          <ac:inkMkLst>
            <pc:docMk/>
            <pc:sldMk cId="2026473398" sldId="268"/>
            <ac:inkMk id="27" creationId="{1B30BF00-4EB6-9591-280A-B8008E10D0C4}"/>
          </ac:inkMkLst>
        </pc:inkChg>
        <pc:inkChg chg="add">
          <ac:chgData name="Anvesha Gupta" userId="74212789306291ca" providerId="LiveId" clId="{6D403744-32D5-4774-B3B3-4019D1B6449B}" dt="2025-09-29T17:40:31.090" v="5840" actId="9405"/>
          <ac:inkMkLst>
            <pc:docMk/>
            <pc:sldMk cId="2026473398" sldId="268"/>
            <ac:inkMk id="28" creationId="{629635A9-09DC-F908-E837-42C272D83CA2}"/>
          </ac:inkMkLst>
        </pc:inkChg>
        <pc:cxnChg chg="add mod">
          <ac:chgData name="Anvesha Gupta" userId="74212789306291ca" providerId="LiveId" clId="{6D403744-32D5-4774-B3B3-4019D1B6449B}" dt="2025-09-29T17:37:46.004" v="5820" actId="208"/>
          <ac:cxnSpMkLst>
            <pc:docMk/>
            <pc:sldMk cId="2026473398" sldId="268"/>
            <ac:cxnSpMk id="12" creationId="{4781B268-8F0C-FF33-74B3-0CF6063DF0FF}"/>
          </ac:cxnSpMkLst>
        </pc:cxnChg>
        <pc:cxnChg chg="add mod">
          <ac:chgData name="Anvesha Gupta" userId="74212789306291ca" providerId="LiveId" clId="{6D403744-32D5-4774-B3B3-4019D1B6449B}" dt="2025-09-29T17:38:06.589" v="5823" actId="1076"/>
          <ac:cxnSpMkLst>
            <pc:docMk/>
            <pc:sldMk cId="2026473398" sldId="268"/>
            <ac:cxnSpMk id="14" creationId="{19AEE877-BCFD-0F88-6179-B10F5B1C75E3}"/>
          </ac:cxnSpMkLst>
        </pc:cxnChg>
        <pc:cxnChg chg="add mod">
          <ac:chgData name="Anvesha Gupta" userId="74212789306291ca" providerId="LiveId" clId="{6D403744-32D5-4774-B3B3-4019D1B6449B}" dt="2025-09-29T17:38:20.502" v="5826" actId="208"/>
          <ac:cxnSpMkLst>
            <pc:docMk/>
            <pc:sldMk cId="2026473398" sldId="268"/>
            <ac:cxnSpMk id="16" creationId="{43AA2FAD-9F29-A386-D2B7-F6715737104D}"/>
          </ac:cxnSpMkLst>
        </pc:cxnChg>
        <pc:cxnChg chg="add mod">
          <ac:chgData name="Anvesha Gupta" userId="74212789306291ca" providerId="LiveId" clId="{6D403744-32D5-4774-B3B3-4019D1B6449B}" dt="2025-09-29T17:39:04.756" v="5833" actId="14100"/>
          <ac:cxnSpMkLst>
            <pc:docMk/>
            <pc:sldMk cId="2026473398" sldId="268"/>
            <ac:cxnSpMk id="20" creationId="{7100AACF-85EB-E1B0-A85A-0F6E1CF4090D}"/>
          </ac:cxnSpMkLst>
        </pc:cxnChg>
        <pc:cxnChg chg="add mod">
          <ac:chgData name="Anvesha Gupta" userId="74212789306291ca" providerId="LiveId" clId="{6D403744-32D5-4774-B3B3-4019D1B6449B}" dt="2025-10-01T18:15:37.157" v="8527" actId="14100"/>
          <ac:cxnSpMkLst>
            <pc:docMk/>
            <pc:sldMk cId="2026473398" sldId="268"/>
            <ac:cxnSpMk id="30" creationId="{CF0039ED-5F2B-ADAA-F05D-885D986A81E1}"/>
          </ac:cxnSpMkLst>
        </pc:cxnChg>
        <pc:cxnChg chg="add mod">
          <ac:chgData name="Anvesha Gupta" userId="74212789306291ca" providerId="LiveId" clId="{6D403744-32D5-4774-B3B3-4019D1B6449B}" dt="2025-10-01T18:15:07.211" v="8523" actId="14100"/>
          <ac:cxnSpMkLst>
            <pc:docMk/>
            <pc:sldMk cId="2026473398" sldId="268"/>
            <ac:cxnSpMk id="32" creationId="{BB1A55D4-43B4-D9A5-6D4C-BBB99CC1B44C}"/>
          </ac:cxnSpMkLst>
        </pc:cxnChg>
        <pc:cxnChg chg="add">
          <ac:chgData name="Anvesha Gupta" userId="74212789306291ca" providerId="LiveId" clId="{6D403744-32D5-4774-B3B3-4019D1B6449B}" dt="2025-09-29T17:41:37.528" v="5845" actId="11529"/>
          <ac:cxnSpMkLst>
            <pc:docMk/>
            <pc:sldMk cId="2026473398" sldId="268"/>
            <ac:cxnSpMk id="34" creationId="{E0A35E06-148B-E773-2C0A-990EF821932A}"/>
          </ac:cxnSpMkLst>
        </pc:cxnChg>
        <pc:cxnChg chg="add mod">
          <ac:chgData name="Anvesha Gupta" userId="74212789306291ca" providerId="LiveId" clId="{6D403744-32D5-4774-B3B3-4019D1B6449B}" dt="2025-10-01T18:15:25.061" v="8525" actId="14100"/>
          <ac:cxnSpMkLst>
            <pc:docMk/>
            <pc:sldMk cId="2026473398" sldId="268"/>
            <ac:cxnSpMk id="36" creationId="{2209E5DA-2925-37D6-FB75-15B754C4EFD0}"/>
          </ac:cxnSpMkLst>
        </pc:cxnChg>
        <pc:cxnChg chg="add mod">
          <ac:chgData name="Anvesha Gupta" userId="74212789306291ca" providerId="LiveId" clId="{6D403744-32D5-4774-B3B3-4019D1B6449B}" dt="2025-09-29T17:41:57.816" v="5849" actId="208"/>
          <ac:cxnSpMkLst>
            <pc:docMk/>
            <pc:sldMk cId="2026473398" sldId="268"/>
            <ac:cxnSpMk id="38" creationId="{5E5A2E06-4687-5F93-0AD1-F5F03E51F3D7}"/>
          </ac:cxnSpMkLst>
        </pc:cxnChg>
        <pc:cxnChg chg="add mod">
          <ac:chgData name="Anvesha Gupta" userId="74212789306291ca" providerId="LiveId" clId="{6D403744-32D5-4774-B3B3-4019D1B6449B}" dt="2025-10-01T18:15:14.355" v="8524" actId="14100"/>
          <ac:cxnSpMkLst>
            <pc:docMk/>
            <pc:sldMk cId="2026473398" sldId="268"/>
            <ac:cxnSpMk id="40" creationId="{0A785C30-E119-4870-22E9-F34CF4659DED}"/>
          </ac:cxnSpMkLst>
        </pc:cxnChg>
        <pc:cxnChg chg="add mod">
          <ac:chgData name="Anvesha Gupta" userId="74212789306291ca" providerId="LiveId" clId="{6D403744-32D5-4774-B3B3-4019D1B6449B}" dt="2025-09-29T17:42:18.890" v="5853" actId="208"/>
          <ac:cxnSpMkLst>
            <pc:docMk/>
            <pc:sldMk cId="2026473398" sldId="268"/>
            <ac:cxnSpMk id="42" creationId="{5C101BAB-E693-9993-E583-473B74557981}"/>
          </ac:cxnSpMkLst>
        </pc:cxnChg>
      </pc:sldChg>
      <pc:sldChg chg="delSp modSp mod">
        <pc:chgData name="Anvesha Gupta" userId="74212789306291ca" providerId="LiveId" clId="{6D403744-32D5-4774-B3B3-4019D1B6449B}" dt="2025-10-01T18:04:21.977" v="8466" actId="20577"/>
        <pc:sldMkLst>
          <pc:docMk/>
          <pc:sldMk cId="3476296823" sldId="269"/>
        </pc:sldMkLst>
        <pc:spChg chg="mod">
          <ac:chgData name="Anvesha Gupta" userId="74212789306291ca" providerId="LiveId" clId="{6D403744-32D5-4774-B3B3-4019D1B6449B}" dt="2025-10-01T18:04:21.977" v="8466" actId="20577"/>
          <ac:spMkLst>
            <pc:docMk/>
            <pc:sldMk cId="3476296823" sldId="269"/>
            <ac:spMk id="3" creationId="{AD3F54C0-0A55-C41C-C317-5562C0F9BF80}"/>
          </ac:spMkLst>
        </pc:spChg>
        <pc:spChg chg="mod">
          <ac:chgData name="Anvesha Gupta" userId="74212789306291ca" providerId="LiveId" clId="{6D403744-32D5-4774-B3B3-4019D1B6449B}" dt="2025-09-30T05:08:04.929" v="8448" actId="1076"/>
          <ac:spMkLst>
            <pc:docMk/>
            <pc:sldMk cId="3476296823" sldId="269"/>
            <ac:spMk id="18" creationId="{2FC16EC9-53F4-808D-9D21-DF782BEE9E9D}"/>
          </ac:spMkLst>
        </pc:spChg>
        <pc:spChg chg="mod">
          <ac:chgData name="Anvesha Gupta" userId="74212789306291ca" providerId="LiveId" clId="{6D403744-32D5-4774-B3B3-4019D1B6449B}" dt="2025-09-30T05:07:55.285" v="8447" actId="20577"/>
          <ac:spMkLst>
            <pc:docMk/>
            <pc:sldMk cId="3476296823" sldId="269"/>
            <ac:spMk id="19" creationId="{84B53990-CCA4-BAE7-5996-614FEDF510EB}"/>
          </ac:spMkLst>
        </pc:spChg>
        <pc:picChg chg="del mod">
          <ac:chgData name="Anvesha Gupta" userId="74212789306291ca" providerId="LiveId" clId="{6D403744-32D5-4774-B3B3-4019D1B6449B}" dt="2025-09-30T05:15:06.217" v="8451" actId="478"/>
          <ac:picMkLst>
            <pc:docMk/>
            <pc:sldMk cId="3476296823" sldId="269"/>
            <ac:picMk id="23" creationId="{DE263031-6607-3E5B-3D56-D3AFFC176930}"/>
          </ac:picMkLst>
        </pc:picChg>
      </pc:sldChg>
      <pc:sldMasterChg chg="setBg">
        <pc:chgData name="Anvesha Gupta" userId="74212789306291ca" providerId="LiveId" clId="{6D403744-32D5-4774-B3B3-4019D1B6449B}" dt="2025-09-29T05:05:56.791" v="2864"/>
        <pc:sldMasterMkLst>
          <pc:docMk/>
          <pc:sldMasterMk cId="123698851" sldId="2147483660"/>
        </pc:sldMasterMkLst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80345930365108"/>
          <c:y val="0.23641121785281255"/>
          <c:w val="0.81472680602704894"/>
          <c:h val="0.650066973901280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House price (in $)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400</c:v>
                </c:pt>
                <c:pt idx="1">
                  <c:v>750</c:v>
                </c:pt>
                <c:pt idx="2">
                  <c:v>1200</c:v>
                </c:pt>
                <c:pt idx="3">
                  <c:v>1750</c:v>
                </c:pt>
                <c:pt idx="4">
                  <c:v>2350</c:v>
                </c:pt>
                <c:pt idx="5">
                  <c:v>2350</c:v>
                </c:pt>
                <c:pt idx="6">
                  <c:v>3000</c:v>
                </c:pt>
                <c:pt idx="7">
                  <c:v>2900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75000</c:v>
                </c:pt>
                <c:pt idx="1">
                  <c:v>135000</c:v>
                </c:pt>
                <c:pt idx="2">
                  <c:v>50000</c:v>
                </c:pt>
                <c:pt idx="3">
                  <c:v>200000</c:v>
                </c:pt>
                <c:pt idx="4">
                  <c:v>175000</c:v>
                </c:pt>
                <c:pt idx="5">
                  <c:v>150000</c:v>
                </c:pt>
                <c:pt idx="6">
                  <c:v>250000</c:v>
                </c:pt>
                <c:pt idx="7">
                  <c:v>260000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CBE-46E4-BF28-39ECD0C33D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0717727"/>
        <c:axId val="550720127"/>
      </c:scatterChart>
      <c:valAx>
        <c:axId val="5507177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0720127"/>
        <c:crosses val="autoZero"/>
        <c:crossBetween val="midCat"/>
      </c:valAx>
      <c:valAx>
        <c:axId val="5507201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071772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7:40:05.6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7:40:12.9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7:40:18.5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7:40:21.0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7:40:24.9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7:40:28.3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7:40:31.0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001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6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966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65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23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696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356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518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324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587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924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3099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672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3045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265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7105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24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11E8821-FC25-48CF-BFDF-D7AD29DB67A2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480AF-2F2B-400B-A9A5-0DE034500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7817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onensi.fr/ES/TP_Apprentissage_supervise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customXml" Target="../ink/ink7.xml"/><Relationship Id="rId5" Type="http://schemas.openxmlformats.org/officeDocument/2006/relationships/customXml" Target="../ink/ink2.xml"/><Relationship Id="rId10" Type="http://schemas.openxmlformats.org/officeDocument/2006/relationships/customXml" Target="../ink/ink6.xml"/><Relationship Id="rId4" Type="http://schemas.openxmlformats.org/officeDocument/2006/relationships/image" Target="../media/image12.png"/><Relationship Id="rId9" Type="http://schemas.openxmlformats.org/officeDocument/2006/relationships/customXml" Target="../ink/ink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agoreionip.blogspot.com/2014/12/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772CC-DF7D-FF1F-3940-7C44D6D9D0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SUPERVISED LEARNING (TASK 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D44D6-323C-2560-6975-4C862066F1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By Anvesha Gupta (25EX10017)</a:t>
            </a:r>
          </a:p>
          <a:p>
            <a:r>
              <a:rPr lang="en-IN">
                <a:solidFill>
                  <a:schemeClr val="tx1"/>
                </a:solidFill>
              </a:rPr>
              <a:t>To</a:t>
            </a:r>
            <a:r>
              <a:rPr lang="en-IN">
                <a:solidFill>
                  <a:srgbClr val="FF0000"/>
                </a:solidFill>
              </a:rPr>
              <a:t> </a:t>
            </a:r>
            <a:r>
              <a:rPr lang="en-IN"/>
              <a:t>KodeinKGP, IIT Kharagpur</a:t>
            </a:r>
          </a:p>
        </p:txBody>
      </p:sp>
    </p:spTree>
    <p:extLst>
      <p:ext uri="{BB962C8B-B14F-4D97-AF65-F5344CB8AC3E}">
        <p14:creationId xmlns:p14="http://schemas.microsoft.com/office/powerpoint/2010/main" val="1265952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4EE51-8F1C-DD94-F706-F36F55FD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0F525-633B-B1C2-FCF0-8811148D0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My name is Anvesha Gupta (25EX10017). I am a 1</a:t>
            </a:r>
            <a:r>
              <a:rPr lang="en-IN" baseline="30000"/>
              <a:t>st</a:t>
            </a:r>
            <a:r>
              <a:rPr lang="en-IN"/>
              <a:t> year student of the department of Geology and Geophysics enrolled in it’s bachelor of science course of Exploration Geophysics. I am a boarder of Sister Nivedita Hall of Residence. I am from Bangalore. </a:t>
            </a:r>
          </a:p>
          <a:p>
            <a:pPr marL="0" indent="0">
              <a:buNone/>
            </a:pPr>
            <a:endParaRPr lang="en-IN"/>
          </a:p>
          <a:p>
            <a:r>
              <a:rPr lang="en-IN"/>
              <a:t>This presentation has been made based on the 1</a:t>
            </a:r>
            <a:r>
              <a:rPr lang="en-IN" baseline="30000"/>
              <a:t>st</a:t>
            </a:r>
            <a:r>
              <a:rPr lang="en-IN"/>
              <a:t> article of task-1 (Supervised Learning : A Comprehensive Guide).</a:t>
            </a:r>
          </a:p>
          <a:p>
            <a:endParaRPr lang="en-IN"/>
          </a:p>
          <a:p>
            <a:pPr marL="0" indent="0">
              <a:buNone/>
            </a:pPr>
            <a:endParaRPr lang="en-IN"/>
          </a:p>
          <a:p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916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04BE5-9F12-A897-87CD-7984D373C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654F2-5B25-BCF0-C259-D82382513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/>
              <a:t>Machine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F54C0-0A55-C41C-C317-5562C0F9B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31819"/>
            <a:ext cx="1088841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/>
              <a:t>Machine Learning (ML) is a branch that deals with making systems that learn from data and make themselves better over time rather than having a fixed code or algorithm. A machine learning model analyses relationships in given data to make accurate predictions about given inputs. </a:t>
            </a:r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0E0713-6881-9F80-AE2C-9AA0597BE7DC}"/>
              </a:ext>
            </a:extLst>
          </p:cNvPr>
          <p:cNvCxnSpPr/>
          <p:nvPr/>
        </p:nvCxnSpPr>
        <p:spPr>
          <a:xfrm flipV="1">
            <a:off x="1431106" y="3773647"/>
            <a:ext cx="8735917" cy="53383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2C34234-2126-D483-1DE9-87A801923D48}"/>
              </a:ext>
            </a:extLst>
          </p:cNvPr>
          <p:cNvSpPr txBox="1"/>
          <p:nvPr/>
        </p:nvSpPr>
        <p:spPr>
          <a:xfrm>
            <a:off x="276020" y="4803285"/>
            <a:ext cx="3145409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    Supervised learning </a:t>
            </a:r>
            <a:endParaRPr lang="en-US" sz="16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N" sz="16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Trained on a labelled dataset containing input-output pairs </a:t>
            </a:r>
            <a:endParaRPr lang="en-US" sz="16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N" sz="16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 Learns rules and mapping between given features and labels</a:t>
            </a:r>
            <a:endParaRPr lang="en-US" sz="1600">
              <a:solidFill>
                <a:schemeClr val="tx1">
                  <a:lumMod val="95000"/>
                </a:schemeClr>
              </a:solidFill>
              <a:latin typeface="Century Gothic" panose="020B0502020202020204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N" sz="16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Ex: Classification and regression</a:t>
            </a:r>
            <a:endParaRPr lang="en-US" sz="160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8A6966-7652-338D-BB89-F8590DD6764C}"/>
              </a:ext>
            </a:extLst>
          </p:cNvPr>
          <p:cNvSpPr txBox="1"/>
          <p:nvPr/>
        </p:nvSpPr>
        <p:spPr>
          <a:xfrm>
            <a:off x="4778590" y="4800697"/>
            <a:ext cx="2973345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Un-Supervised learning </a:t>
            </a:r>
            <a:endParaRPr lang="en-US" sz="16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IN" sz="16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Works with unlabelled data</a:t>
            </a:r>
            <a:endParaRPr lang="en-US" sz="16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IN" sz="16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 Identify hidden groupings and connections within the dataset</a:t>
            </a:r>
            <a:endParaRPr lang="en-US" sz="16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IN" sz="16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Ex : Clustering , Association</a:t>
            </a:r>
          </a:p>
          <a:p>
            <a:pPr marL="285750" lvl="1" indent="-285750">
              <a:buFont typeface="Arial"/>
              <a:buChar char="•"/>
            </a:pPr>
            <a:endParaRPr lang="en-IN" sz="16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IN" sz="16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C16EC9-53F4-808D-9D21-DF782BEE9E9D}"/>
              </a:ext>
            </a:extLst>
          </p:cNvPr>
          <p:cNvSpPr txBox="1"/>
          <p:nvPr/>
        </p:nvSpPr>
        <p:spPr>
          <a:xfrm>
            <a:off x="8807328" y="4811156"/>
            <a:ext cx="3508081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Reinforcement learning </a:t>
            </a:r>
            <a:endParaRPr lang="en-US" sz="16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  <a:p>
            <a:pPr marL="171450" lvl="1" indent="-171450">
              <a:buFont typeface="Arial"/>
              <a:buChar char="•"/>
            </a:pPr>
            <a:r>
              <a:rPr lang="en-IN" sz="16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Involves teaching agents to make a series of choices </a:t>
            </a:r>
            <a:endParaRPr lang="en-US" sz="16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  <a:p>
            <a:pPr marL="171450" lvl="1" indent="-171450">
              <a:buFont typeface="Arial"/>
              <a:buChar char="•"/>
            </a:pPr>
            <a:r>
              <a:rPr lang="en-IN" sz="16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Provides rewards for correct actions and penalties for incorrect ones </a:t>
            </a:r>
            <a:endParaRPr lang="en-US" sz="16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  <a:p>
            <a:pPr marL="171450" lvl="1" indent="-171450">
              <a:buFont typeface="Arial"/>
              <a:buChar char="•"/>
            </a:pPr>
            <a:r>
              <a:rPr lang="en-IN" sz="16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Helps improve decision-making process over time</a:t>
            </a:r>
          </a:p>
          <a:p>
            <a:pPr marL="171450" lvl="1" indent="-171450">
              <a:buFont typeface="Arial"/>
              <a:buChar char="•"/>
            </a:pPr>
            <a:r>
              <a:rPr lang="en-IN" sz="16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Ex : Gaming, Robot navigation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B53990-CCA4-BAE7-5996-614FEDF510EB}"/>
              </a:ext>
            </a:extLst>
          </p:cNvPr>
          <p:cNvSpPr txBox="1"/>
          <p:nvPr/>
        </p:nvSpPr>
        <p:spPr>
          <a:xfrm>
            <a:off x="4244197" y="3058803"/>
            <a:ext cx="37036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Types of Machine Learning 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C5929E6-C284-5B53-840A-85A74D0B53C1}"/>
              </a:ext>
            </a:extLst>
          </p:cNvPr>
          <p:cNvCxnSpPr/>
          <p:nvPr/>
        </p:nvCxnSpPr>
        <p:spPr>
          <a:xfrm>
            <a:off x="1418834" y="3814221"/>
            <a:ext cx="6145" cy="31939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1D2EBD-5C90-5BFF-7343-58FF0482D2F9}"/>
              </a:ext>
            </a:extLst>
          </p:cNvPr>
          <p:cNvCxnSpPr>
            <a:cxnSpLocks/>
          </p:cNvCxnSpPr>
          <p:nvPr/>
        </p:nvCxnSpPr>
        <p:spPr>
          <a:xfrm>
            <a:off x="5855640" y="3777349"/>
            <a:ext cx="6145" cy="31939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9CDF3AA-DCCD-F172-0E44-D5EE6C475ADF}"/>
              </a:ext>
            </a:extLst>
          </p:cNvPr>
          <p:cNvCxnSpPr>
            <a:cxnSpLocks/>
          </p:cNvCxnSpPr>
          <p:nvPr/>
        </p:nvCxnSpPr>
        <p:spPr>
          <a:xfrm>
            <a:off x="10161349" y="3752768"/>
            <a:ext cx="6145" cy="31939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6D816BA8-1A0D-1BDC-570B-1CBAE707F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288" y="4320048"/>
            <a:ext cx="659068" cy="3564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FE8D75-7920-4F9B-91AB-B7A7706E9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900" y="4215314"/>
            <a:ext cx="546936" cy="4593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AB418E-5A79-B815-3BBC-CEB35FBB7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9765" y="4218238"/>
            <a:ext cx="4000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96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FAAF9-C379-6FD5-2C86-54CA2FB41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/>
              <a:t>What is Supervised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37953-52FC-5C6E-1000-B1A9B2932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570" y="1561305"/>
            <a:ext cx="10568863" cy="127038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N"/>
              <a:t>Supervised learning is a type of machine learning in which an algorithm is trained using a dataset which contains some inputs(features) and outputs(labels). The model learns to analyse patterns in the given dataset to make predictions about which output would match to a given input. </a:t>
            </a:r>
          </a:p>
          <a:p>
            <a:endParaRPr lang="en-IN"/>
          </a:p>
          <a:p>
            <a:endParaRPr lang="en-IN"/>
          </a:p>
        </p:txBody>
      </p:sp>
      <p:pic>
        <p:nvPicPr>
          <p:cNvPr id="8" name="Picture 7" descr="A diagram of a process&#10;&#10;AI-generated content may be incorrect.">
            <a:extLst>
              <a:ext uri="{FF2B5EF4-FFF2-40B4-BE49-F238E27FC236}">
                <a16:creationId xmlns:a16="http://schemas.microsoft.com/office/drawing/2014/main" id="{5792A7C8-C489-DEF3-8995-CCE44C511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673644" y="2718619"/>
            <a:ext cx="5240594" cy="36133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8FE992-C4C3-FB11-8CB6-C5620CDD6A50}"/>
              </a:ext>
            </a:extLst>
          </p:cNvPr>
          <p:cNvSpPr txBox="1"/>
          <p:nvPr/>
        </p:nvSpPr>
        <p:spPr>
          <a:xfrm>
            <a:off x="6597444" y="6991370"/>
            <a:ext cx="55945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zonensi.fr/ES/TP_Apprentissage_supervise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/3.0/"/>
              </a:rPr>
              <a:t>CC BY</a:t>
            </a:r>
            <a:endParaRPr lang="en-IN" sz="9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365EA-CF08-0057-B561-B7571B19BFE3}"/>
              </a:ext>
            </a:extLst>
          </p:cNvPr>
          <p:cNvSpPr txBox="1"/>
          <p:nvPr/>
        </p:nvSpPr>
        <p:spPr>
          <a:xfrm>
            <a:off x="829215" y="2831422"/>
            <a:ext cx="5589364" cy="37035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IN" sz="2000" dirty="0">
                <a:latin typeface="+mj-lt"/>
                <a:ea typeface="+mj-ea"/>
                <a:cs typeface="+mj-cs"/>
              </a:rPr>
              <a:t>As seen in the picture, a simple example of supervised learning would be to teach the system the difference between apples and oranges by introducing it to various pictures of the 2 fruits. By using this experience, the machine would then be able to classify given test data. 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IN" sz="2000" dirty="0">
                <a:latin typeface="+mj-lt"/>
                <a:ea typeface="+mj-ea"/>
                <a:cs typeface="+mj-cs"/>
              </a:rPr>
              <a:t>There are 2 types of supervised learning :  Regression and Classification </a:t>
            </a:r>
            <a:endParaRPr lang="en-IN" dirty="0">
              <a:ea typeface="+mj-ea"/>
              <a:cs typeface="+mj-cs"/>
            </a:endParaRP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IN" sz="2000" dirty="0">
              <a:latin typeface="+mj-lt"/>
              <a:ea typeface="+mj-ea"/>
              <a:cs typeface="+mj-cs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489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18CEE-C44D-60E5-B5CA-9B88A7960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/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B0E78-04DA-8A5D-C5F1-38C9B917B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796" y="1708789"/>
            <a:ext cx="10089541" cy="4195481"/>
          </a:xfrm>
        </p:spPr>
        <p:txBody>
          <a:bodyPr>
            <a:normAutofit fontScale="92500" lnSpcReduction="20000"/>
          </a:bodyPr>
          <a:lstStyle/>
          <a:p>
            <a:r>
              <a:rPr lang="en-IN"/>
              <a:t>Classification is a type of supervised machine learning which categorizes input data into different classes.</a:t>
            </a:r>
          </a:p>
          <a:p>
            <a:r>
              <a:rPr lang="en-IN"/>
              <a:t>The output generated from this is discrete values such as yes/no, red/green/yellow, etc.</a:t>
            </a:r>
          </a:p>
          <a:p>
            <a:r>
              <a:rPr lang="en-IN"/>
              <a:t>A few real world applications of classification is predicting whether a patient has a particular disease based on their symptoms (disease/no disease), which team a person supports based on given data about their other likings (red team/blue team), etc. </a:t>
            </a:r>
          </a:p>
          <a:p>
            <a:r>
              <a:rPr lang="en-IN"/>
              <a:t>Logistic regression is a method used for classification. It involves finding the probability (0-1) of a particular input belonging to a given class by plotting a curve.</a:t>
            </a:r>
          </a:p>
          <a:p>
            <a:r>
              <a:rPr lang="en-IN"/>
              <a:t>Decision tree is another method used for classification. </a:t>
            </a:r>
            <a:r>
              <a:rPr lang="en-US"/>
              <a:t>During learning phase, it makes  rules similar to tree- like structure that is used to model decision and its possible consequences. Each internal node is in the tree represent a decision, while each leaf node represent a possible outcome. </a:t>
            </a:r>
          </a:p>
        </p:txBody>
      </p:sp>
    </p:spTree>
    <p:extLst>
      <p:ext uri="{BB962C8B-B14F-4D97-AF65-F5344CB8AC3E}">
        <p14:creationId xmlns:p14="http://schemas.microsoft.com/office/powerpoint/2010/main" val="4039022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C250-76E2-51B2-B245-8B4F35232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297192" cy="1400530"/>
          </a:xfrm>
        </p:spPr>
        <p:txBody>
          <a:bodyPr/>
          <a:lstStyle/>
          <a:p>
            <a:r>
              <a:rPr lang="en-IN" sz="3600" u="sng"/>
              <a:t>Real life example 1 : Credit Cards eligibility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D8AAE-5691-5ACC-BCEC-1189482F8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748118"/>
            <a:ext cx="5326985" cy="4195481"/>
          </a:xfrm>
        </p:spPr>
        <p:txBody>
          <a:bodyPr/>
          <a:lstStyle/>
          <a:p>
            <a:r>
              <a:rPr lang="en-IN" dirty="0"/>
              <a:t>Banks use multiple criterions to decide if a particular customer is eligible for credit card service or not. </a:t>
            </a:r>
          </a:p>
          <a:p>
            <a:r>
              <a:rPr lang="en-IN" dirty="0"/>
              <a:t>They use historical data to train and                                                                test the model. A few examples of criteria could be age, education, income, house owned, etc.</a:t>
            </a:r>
          </a:p>
          <a:p>
            <a:r>
              <a:rPr lang="en-IN" dirty="0"/>
              <a:t>This kind of decision tree model, as shown in the figure, can be created for a dataset to decide the credit card eligibility.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176AE66D-C589-45A7-3489-0FA17B8C9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00683"/>
            <a:ext cx="5620392" cy="41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681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C4B6-A123-7138-6C07-A5E6892A0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/>
              <a:t>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5EB7A-12A1-3782-9303-E055D56ED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Regression is a type of supervised machine learning which gives outputs of specific numerical values for an input. </a:t>
            </a:r>
          </a:p>
          <a:p>
            <a:r>
              <a:rPr lang="en-IN"/>
              <a:t>A few examples of outputs which can be generated are ‘x’ dollars, ‘y’ cm, ‘z’ years, etc.</a:t>
            </a:r>
          </a:p>
          <a:p>
            <a:r>
              <a:rPr lang="en-IN"/>
              <a:t>A few fields where this method is used are medical measurements (measuring blood sugar levels, life expectancy), stock price prediction (currency), etc. </a:t>
            </a:r>
          </a:p>
          <a:p>
            <a:r>
              <a:rPr lang="en-IN"/>
              <a:t>Linear regression is a type of regression which plots given datasets into line graphs and then uses this graph to make predictions about new inputs. 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086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D7117-E883-8E87-ACC0-A7F60DCB8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/>
              <a:t>Real life example 2 : In Geophysics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EA817-AA94-321E-7CA8-94AE63953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017" y="2234900"/>
            <a:ext cx="4775594" cy="329828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Clr>
                <a:srgbClr val="8AD0D6"/>
              </a:buClr>
            </a:pPr>
            <a:r>
              <a:rPr lang="en-IN" sz="1600">
                <a:ea typeface="+mj-lt"/>
                <a:cs typeface="+mj-lt"/>
              </a:rPr>
              <a:t>Regression model : Y will be continuous variable water table depth (meters)</a:t>
            </a:r>
            <a:endParaRPr lang="en-US" sz="1600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IN" sz="1600">
                <a:ea typeface="+mj-lt"/>
                <a:cs typeface="+mj-lt"/>
              </a:rPr>
              <a:t>Features : Electrical Resistivity, Seismic wave speed, magnetic/gravity survey data , topography &amp; Slope details, historical rainfall/recharge data </a:t>
            </a:r>
            <a:endParaRPr lang="en-US" sz="1600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IN" sz="1600">
                <a:ea typeface="+mj-lt"/>
                <a:cs typeface="+mj-lt"/>
              </a:rPr>
              <a:t>Once trained, the model can take geophysical survey data from new</a:t>
            </a:r>
            <a:r>
              <a:rPr lang="en-IN" sz="1600" b="1">
                <a:ea typeface="+mj-lt"/>
                <a:cs typeface="+mj-lt"/>
              </a:rPr>
              <a:t>, </a:t>
            </a:r>
            <a:r>
              <a:rPr lang="en-IN" sz="1600">
                <a:ea typeface="+mj-lt"/>
                <a:cs typeface="+mj-lt"/>
              </a:rPr>
              <a:t>unexplored locations and predict </a:t>
            </a:r>
            <a:r>
              <a:rPr lang="en-IN" sz="1600" b="1">
                <a:ea typeface="+mj-lt"/>
                <a:cs typeface="+mj-lt"/>
              </a:rPr>
              <a:t>Expected water table depth</a:t>
            </a:r>
            <a:endParaRPr lang="en-IN" sz="1600"/>
          </a:p>
          <a:p>
            <a:pPr>
              <a:buClr>
                <a:srgbClr val="8AD0D6"/>
              </a:buClr>
            </a:pPr>
            <a:r>
              <a:rPr lang="en-IN" sz="1600">
                <a:ea typeface="+mj-lt"/>
                <a:cs typeface="+mj-lt"/>
              </a:rPr>
              <a:t>Saves money &amp; resources by avoiding “dry boreholes" , and also helps manage groundwater sustainably (critical during droughts)</a:t>
            </a:r>
            <a:endParaRPr lang="en-IN" sz="1600" b="1"/>
          </a:p>
          <a:p>
            <a:pPr marL="0" indent="0">
              <a:buClr>
                <a:srgbClr val="8AD0D6"/>
              </a:buClr>
              <a:buNone/>
            </a:pPr>
            <a:endParaRPr lang="en-IN" sz="1700"/>
          </a:p>
          <a:p>
            <a:pPr>
              <a:buClr>
                <a:srgbClr val="8AD0D6"/>
              </a:buClr>
            </a:pPr>
            <a:endParaRPr lang="en-IN" sz="1600"/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F8288A23-D5BC-3854-DA57-128E5DC00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961" y="2237301"/>
            <a:ext cx="6107370" cy="39688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1F2152-D0BB-7258-B4DC-B0BB865ACB44}"/>
              </a:ext>
            </a:extLst>
          </p:cNvPr>
          <p:cNvSpPr txBox="1"/>
          <p:nvPr/>
        </p:nvSpPr>
        <p:spPr>
          <a:xfrm>
            <a:off x="657114" y="1314376"/>
            <a:ext cx="10502928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000"/>
              </a:spcBef>
            </a:pPr>
            <a:r>
              <a:rPr lang="en-IN" sz="2800">
                <a:solidFill>
                  <a:srgbClr val="00B0F0"/>
                </a:solidFill>
                <a:latin typeface="+mj-lt"/>
                <a:ea typeface="+mj-lt"/>
                <a:cs typeface="+mj-lt"/>
              </a:rPr>
              <a:t>Ground water  depth table measured at borehole/wells</a:t>
            </a:r>
            <a:endParaRPr lang="en-US" sz="2800">
              <a:solidFill>
                <a:srgbClr val="00B0F0"/>
              </a:solidFill>
              <a:latin typeface="+mj-lt"/>
              <a:ea typeface="+mj-lt"/>
              <a:cs typeface="+mj-lt"/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67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4585-E53F-C210-184B-E0DE902B7DC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IN" u="sng"/>
              <a:t>Mathematics of linear regression 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57C16AE-B134-5616-BD6A-F6B6EF1A21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421329"/>
              </p:ext>
            </p:extLst>
          </p:nvPr>
        </p:nvGraphicFramePr>
        <p:xfrm>
          <a:off x="176981" y="3775153"/>
          <a:ext cx="5592455" cy="26301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80C0D34-1BD1-F60A-B24D-4D8F6F81E937}"/>
              </a:ext>
            </a:extLst>
          </p:cNvPr>
          <p:cNvSpPr txBox="1"/>
          <p:nvPr/>
        </p:nvSpPr>
        <p:spPr>
          <a:xfrm>
            <a:off x="1801761" y="6400799"/>
            <a:ext cx="349045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200"/>
              <a:t>X axis : House size (in sq. ft.)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D929ED-F327-3FC8-F556-4328FC1F3F8E}"/>
              </a:ext>
            </a:extLst>
          </p:cNvPr>
          <p:cNvSpPr txBox="1"/>
          <p:nvPr/>
        </p:nvSpPr>
        <p:spPr>
          <a:xfrm>
            <a:off x="412955" y="4025281"/>
            <a:ext cx="1907457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100"/>
              <a:t>Y axis : House price (in $)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6070C5-769E-813C-11F6-78111015FBB2}"/>
              </a:ext>
            </a:extLst>
          </p:cNvPr>
          <p:cNvSpPr txBox="1"/>
          <p:nvPr/>
        </p:nvSpPr>
        <p:spPr>
          <a:xfrm>
            <a:off x="589936" y="1304740"/>
            <a:ext cx="112087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The given graph shows a given dataset representing house size v/s the house price. For given house sizes, we have to predict house prices. </a:t>
            </a:r>
          </a:p>
          <a:p>
            <a:r>
              <a:rPr lang="en-IN"/>
              <a:t>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81B268-8F0C-FF33-74B3-0CF6063DF0FF}"/>
              </a:ext>
            </a:extLst>
          </p:cNvPr>
          <p:cNvCxnSpPr/>
          <p:nvPr/>
        </p:nvCxnSpPr>
        <p:spPr>
          <a:xfrm flipV="1">
            <a:off x="1297858" y="4621161"/>
            <a:ext cx="3057832" cy="1376516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AEE877-BCFD-0F88-6179-B10F5B1C75E3}"/>
              </a:ext>
            </a:extLst>
          </p:cNvPr>
          <p:cNvCxnSpPr/>
          <p:nvPr/>
        </p:nvCxnSpPr>
        <p:spPr>
          <a:xfrm flipV="1">
            <a:off x="1700981" y="4694903"/>
            <a:ext cx="1956619" cy="137651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AA2FAD-9F29-A386-D2B7-F6715737104D}"/>
              </a:ext>
            </a:extLst>
          </p:cNvPr>
          <p:cNvCxnSpPr/>
          <p:nvPr/>
        </p:nvCxnSpPr>
        <p:spPr>
          <a:xfrm flipV="1">
            <a:off x="1435510" y="5090217"/>
            <a:ext cx="2920180" cy="406015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100AACF-85EB-E1B0-A85A-0F6E1CF4090D}"/>
              </a:ext>
            </a:extLst>
          </p:cNvPr>
          <p:cNvCxnSpPr>
            <a:cxnSpLocks/>
          </p:cNvCxnSpPr>
          <p:nvPr/>
        </p:nvCxnSpPr>
        <p:spPr>
          <a:xfrm flipV="1">
            <a:off x="898601" y="2322304"/>
            <a:ext cx="2424702" cy="1022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E5CF36D-DAF1-FCD4-4E7E-DD5F8AD9060C}"/>
                  </a:ext>
                </a:extLst>
              </p14:cNvPr>
              <p14:cNvContentPartPr/>
              <p14:nvPr/>
            </p14:nvContentPartPr>
            <p14:xfrm>
              <a:off x="1042130" y="2644788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E5CF36D-DAF1-FCD4-4E7E-DD5F8AD906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6010" y="26386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7A9A2E5-D952-C86B-7663-B4C1E36F0588}"/>
                  </a:ext>
                </a:extLst>
              </p14:cNvPr>
              <p14:cNvContentPartPr/>
              <p14:nvPr/>
            </p14:nvContentPartPr>
            <p14:xfrm>
              <a:off x="1051850" y="2644788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7A9A2E5-D952-C86B-7663-B4C1E36F05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8850" y="258178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D5DDE33-4551-66E9-0020-04458B561F03}"/>
                  </a:ext>
                </a:extLst>
              </p14:cNvPr>
              <p14:cNvContentPartPr/>
              <p14:nvPr/>
            </p14:nvContentPartPr>
            <p14:xfrm>
              <a:off x="2035010" y="2074188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D5DDE33-4551-66E9-0020-04458B561F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72010" y="201118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8F9092C-C728-6FA0-391F-092E5303EA9C}"/>
                  </a:ext>
                </a:extLst>
              </p14:cNvPr>
              <p14:cNvContentPartPr/>
              <p14:nvPr/>
            </p14:nvContentPartPr>
            <p14:xfrm>
              <a:off x="1927010" y="3283788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8F9092C-C728-6FA0-391F-092E5303EA9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64010" y="322078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80F4AE9-2311-8A9B-9EB7-863B403A26D3}"/>
                  </a:ext>
                </a:extLst>
              </p14:cNvPr>
              <p14:cNvContentPartPr/>
              <p14:nvPr/>
            </p14:nvContentPartPr>
            <p14:xfrm>
              <a:off x="2929970" y="3323388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80F4AE9-2311-8A9B-9EB7-863B403A26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66970" y="326038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B30BF00-4EB6-9591-280A-B8008E10D0C4}"/>
                  </a:ext>
                </a:extLst>
              </p14:cNvPr>
              <p14:cNvContentPartPr/>
              <p14:nvPr/>
            </p14:nvContentPartPr>
            <p14:xfrm>
              <a:off x="2566010" y="3107028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B30BF00-4EB6-9591-280A-B8008E10D0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03010" y="304402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29635A9-09DC-F908-E837-42C272D83CA2}"/>
                  </a:ext>
                </a:extLst>
              </p14:cNvPr>
              <p14:cNvContentPartPr/>
              <p14:nvPr/>
            </p14:nvContentPartPr>
            <p14:xfrm>
              <a:off x="2723690" y="2123508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29635A9-09DC-F908-E837-42C272D83C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60690" y="2060508"/>
                <a:ext cx="126000" cy="12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F0039ED-5F2B-ADAA-F05D-885D986A81E1}"/>
              </a:ext>
            </a:extLst>
          </p:cNvPr>
          <p:cNvCxnSpPr>
            <a:cxnSpLocks/>
          </p:cNvCxnSpPr>
          <p:nvPr/>
        </p:nvCxnSpPr>
        <p:spPr>
          <a:xfrm>
            <a:off x="1051850" y="2644788"/>
            <a:ext cx="0" cy="6786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B1A55D4-43B4-D9A5-6D4C-BBB99CC1B44C}"/>
              </a:ext>
            </a:extLst>
          </p:cNvPr>
          <p:cNvCxnSpPr>
            <a:cxnSpLocks/>
          </p:cNvCxnSpPr>
          <p:nvPr/>
        </p:nvCxnSpPr>
        <p:spPr>
          <a:xfrm>
            <a:off x="1927010" y="2910348"/>
            <a:ext cx="0" cy="3734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0A35E06-148B-E773-2C0A-990EF821932A}"/>
              </a:ext>
            </a:extLst>
          </p:cNvPr>
          <p:cNvCxnSpPr/>
          <p:nvPr/>
        </p:nvCxnSpPr>
        <p:spPr>
          <a:xfrm>
            <a:off x="2015613" y="20352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209E5DA-2925-37D6-FB75-15B754C4EFD0}"/>
              </a:ext>
            </a:extLst>
          </p:cNvPr>
          <p:cNvCxnSpPr>
            <a:cxnSpLocks/>
          </p:cNvCxnSpPr>
          <p:nvPr/>
        </p:nvCxnSpPr>
        <p:spPr>
          <a:xfrm>
            <a:off x="2035010" y="2121170"/>
            <a:ext cx="0" cy="789178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E5A2E06-4687-5F93-0AD1-F5F03E51F3D7}"/>
              </a:ext>
            </a:extLst>
          </p:cNvPr>
          <p:cNvCxnSpPr/>
          <p:nvPr/>
        </p:nvCxnSpPr>
        <p:spPr>
          <a:xfrm>
            <a:off x="2566010" y="2644788"/>
            <a:ext cx="0" cy="4622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A785C30-E119-4870-22E9-F34CF4659DED}"/>
              </a:ext>
            </a:extLst>
          </p:cNvPr>
          <p:cNvCxnSpPr>
            <a:cxnSpLocks/>
          </p:cNvCxnSpPr>
          <p:nvPr/>
        </p:nvCxnSpPr>
        <p:spPr>
          <a:xfrm>
            <a:off x="2723690" y="2121170"/>
            <a:ext cx="0" cy="523618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C101BAB-E693-9993-E583-473B74557981}"/>
              </a:ext>
            </a:extLst>
          </p:cNvPr>
          <p:cNvCxnSpPr/>
          <p:nvPr/>
        </p:nvCxnSpPr>
        <p:spPr>
          <a:xfrm>
            <a:off x="2929970" y="2515759"/>
            <a:ext cx="0" cy="80762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5FD58F9-B23F-1FAE-02BB-4020864F2EA7}"/>
              </a:ext>
            </a:extLst>
          </p:cNvPr>
          <p:cNvSpPr txBox="1"/>
          <p:nvPr/>
        </p:nvSpPr>
        <p:spPr>
          <a:xfrm>
            <a:off x="3675030" y="1951672"/>
            <a:ext cx="81214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The given </a:t>
            </a:r>
            <a:r>
              <a:rPr lang="en-IN">
                <a:solidFill>
                  <a:srgbClr val="FFFF00"/>
                </a:solidFill>
              </a:rPr>
              <a:t>yellow lines </a:t>
            </a:r>
            <a:r>
              <a:rPr lang="en-IN"/>
              <a:t>are called </a:t>
            </a:r>
            <a:r>
              <a:rPr lang="en-IN" u="sng"/>
              <a:t>residual</a:t>
            </a:r>
            <a:r>
              <a:rPr lang="en-IN"/>
              <a:t> of a line. </a:t>
            </a:r>
          </a:p>
          <a:p>
            <a:r>
              <a:rPr lang="en-IN"/>
              <a:t>We calculate ∑(residual)^2 for lines of different slopes.</a:t>
            </a:r>
          </a:p>
          <a:p>
            <a:r>
              <a:rPr lang="en-IN"/>
              <a:t>The line with the least sum of residual squares is selected.</a:t>
            </a:r>
          </a:p>
          <a:p>
            <a:endParaRPr lang="en-IN"/>
          </a:p>
          <a:p>
            <a:r>
              <a:rPr lang="en-IN"/>
              <a:t>Let line be </a:t>
            </a:r>
            <a:r>
              <a:rPr lang="en-IN" b="1"/>
              <a:t>y=mx+c</a:t>
            </a:r>
          </a:p>
          <a:p>
            <a:endParaRPr lang="en-IN" b="1"/>
          </a:p>
          <a:p>
            <a:r>
              <a:rPr lang="en-IN"/>
              <a:t>Let y(avg) be average of house price values and n be number of points.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EA5190-B507-2EC7-E6EB-C48C0081ADFA}"/>
              </a:ext>
            </a:extLst>
          </p:cNvPr>
          <p:cNvSpPr txBox="1"/>
          <p:nvPr/>
        </p:nvSpPr>
        <p:spPr>
          <a:xfrm>
            <a:off x="5594555" y="4286891"/>
            <a:ext cx="64204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/>
              <a:t>SS(mean) is sum of squares around mean = (data-mean)^2</a:t>
            </a:r>
          </a:p>
          <a:p>
            <a:pPr marL="285750" indent="-285750">
              <a:buFontTx/>
              <a:buChar char="-"/>
            </a:pPr>
            <a:r>
              <a:rPr lang="en-IN"/>
              <a:t>Var(mean) is variance around mean = SS(mean)/n</a:t>
            </a:r>
          </a:p>
          <a:p>
            <a:pPr marL="285750" indent="-285750">
              <a:buFontTx/>
              <a:buChar char="-"/>
            </a:pPr>
            <a:r>
              <a:rPr lang="en-IN"/>
              <a:t>Similarly, SS(fit) and Var(fit) is with the line.</a:t>
            </a:r>
          </a:p>
          <a:p>
            <a:pPr marL="285750" indent="-285750">
              <a:buFontTx/>
              <a:buChar char="-"/>
            </a:pPr>
            <a:r>
              <a:rPr lang="en-IN"/>
              <a:t>R^2 = Var(mean)-Var(fit)/Var(mean) which tells us how much house size affects house price. 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473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73F32-B921-90F7-7DE8-1A3B50DEF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/>
              <a:t>Personal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62A6-D292-2322-140C-2449C6111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68" y="1430929"/>
            <a:ext cx="5690785" cy="4195481"/>
          </a:xfrm>
        </p:spPr>
        <p:txBody>
          <a:bodyPr>
            <a:normAutofit/>
          </a:bodyPr>
          <a:lstStyle/>
          <a:p>
            <a:r>
              <a:rPr lang="en-IN" sz="1800"/>
              <a:t>Supervised learning allows model to learn from past examples</a:t>
            </a:r>
          </a:p>
          <a:p>
            <a:r>
              <a:rPr lang="en-IN" sz="1800"/>
              <a:t>Helps to solve multiple real world problems ranging from spam detection, medical diagnosis to sales forecasting. </a:t>
            </a:r>
          </a:p>
          <a:p>
            <a:r>
              <a:rPr lang="en-IN" sz="1800"/>
              <a:t>With the help of a large dataset, supervised learning can be a very accurate method for predicting outputs.</a:t>
            </a:r>
          </a:p>
          <a:p>
            <a:r>
              <a:rPr lang="en-IN" sz="1800"/>
              <a:t> But at the same time, supervised learning can be time consuming, it’s success depends on the quality and quantity of labelled data and is prone to overfitting. </a:t>
            </a:r>
          </a:p>
        </p:txBody>
      </p:sp>
      <p:pic>
        <p:nvPicPr>
          <p:cNvPr id="4" name="Picture 3" descr="A diagram of a model&#10;&#10;AI-generated content may be incorrect.">
            <a:extLst>
              <a:ext uri="{FF2B5EF4-FFF2-40B4-BE49-F238E27FC236}">
                <a16:creationId xmlns:a16="http://schemas.microsoft.com/office/drawing/2014/main" id="{C7DA7FB0-0104-F793-D8B9-1F6F3559D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73" y="1430929"/>
            <a:ext cx="6086895" cy="409320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6A79F7-A76F-3137-B862-866B6A255A04}"/>
              </a:ext>
            </a:extLst>
          </p:cNvPr>
          <p:cNvSpPr txBox="1"/>
          <p:nvPr/>
        </p:nvSpPr>
        <p:spPr>
          <a:xfrm>
            <a:off x="422060" y="5782269"/>
            <a:ext cx="1176994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/>
              <a:t>Despite these limitations, supervised learning remains a foundational technique in machine learning, offering a clear and structured way to map inputs to outputs and drive intelligent decision-making in diverse fields.</a:t>
            </a:r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B565C9-85DC-4A8E-389E-2C558E8FA564}"/>
              </a:ext>
            </a:extLst>
          </p:cNvPr>
          <p:cNvSpPr/>
          <p:nvPr/>
        </p:nvSpPr>
        <p:spPr>
          <a:xfrm>
            <a:off x="304073" y="5771535"/>
            <a:ext cx="11583854" cy="97339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894343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hank you sign with flowers&#10;&#10;AI-generated content may be incorrect.">
            <a:extLst>
              <a:ext uri="{FF2B5EF4-FFF2-40B4-BE49-F238E27FC236}">
                <a16:creationId xmlns:a16="http://schemas.microsoft.com/office/drawing/2014/main" id="{D882E98E-D409-5A0D-2B0F-83F092152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4465" y="202973"/>
            <a:ext cx="9936103" cy="645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785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0</TotalTime>
  <Words>1101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</vt:lpstr>
      <vt:lpstr>SUPERVISED LEARNING (TASK 1)</vt:lpstr>
      <vt:lpstr>Introduction</vt:lpstr>
      <vt:lpstr>Machine Learning </vt:lpstr>
      <vt:lpstr>What is Supervised Learning?</vt:lpstr>
      <vt:lpstr>CLASSIFICATION</vt:lpstr>
      <vt:lpstr>Real life example 1 : Credit Cards eligibility </vt:lpstr>
      <vt:lpstr>REGRESSION</vt:lpstr>
      <vt:lpstr>Real life example 2 : In Geophysics </vt:lpstr>
      <vt:lpstr>Mathematics of linear regression  </vt:lpstr>
      <vt:lpstr>Personal Insights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Anvesha Gupta</dc:creator>
  <cp:lastModifiedBy>Anvesha Gupta</cp:lastModifiedBy>
  <cp:revision>1</cp:revision>
  <dcterms:created xsi:type="dcterms:W3CDTF">2025-09-28T19:42:10Z</dcterms:created>
  <dcterms:modified xsi:type="dcterms:W3CDTF">2025-10-01T18:15:47Z</dcterms:modified>
</cp:coreProperties>
</file>